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9.xml" ContentType="application/vnd.openxmlformats-officedocument.presentationml.slideMaster+xml"/>
  <Override PartName="/ppt/slideMasters/slideMaster2.xml" ContentType="application/vnd.openxmlformats-officedocument.presentationml.slideMaster+xml"/>
  <Override PartName="/ppt/slideMasters/_rels/slideMaster9.xml.rels" ContentType="application/vnd.openxmlformats-package.relationships+xml"/>
  <Override PartName="/ppt/slideMasters/_rels/slideMaster1.xml.rels" ContentType="application/vnd.openxmlformats-package.relationships+xml"/>
  <Override PartName="/ppt/slideMasters/_rels/slideMaster2.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9.xml" ContentType="application/vnd.openxmlformats-officedocument.presentationml.slideLayout+xml"/>
  <Override PartName="/ppt/slideLayouts/slideLayout15.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9.xml.rels" ContentType="application/vnd.openxmlformats-package.relationships+xml"/>
  <Override PartName="/ppt/slideLayouts/_rels/slideLayout15.xml.rels" ContentType="application/vnd.openxmlformats-package.relationships+xml"/>
  <Override PartName="/ppt/slideLayouts/_rels/slideLayout17.xml.rels" ContentType="application/vnd.openxmlformats-package.relationships+xml"/>
  <Override PartName="/ppt/slideLayouts/_rels/slideLayout16.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presProps.xml" ContentType="application/vnd.openxmlformats-officedocument.presentationml.presPro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media/image10.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61"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9.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spAutoFit/>
          </a:bodyPr>
          <a:p>
            <a:pPr indent="0">
              <a:buNone/>
            </a:pPr>
            <a:endParaRPr b="0" lang="en-US" sz="1800" strike="noStrike" u="none">
              <a:solidFill>
                <a:schemeClr val="lt1"/>
              </a:solidFill>
              <a:effectLst/>
              <a:uFillTx/>
              <a:latin typeface="Trebuchet MS"/>
            </a:endParaRPr>
          </a:p>
        </p:txBody>
      </p:sp>
      <p:sp>
        <p:nvSpPr>
          <p:cNvPr id="27" name="PlaceHolder 2"/>
          <p:cNvSpPr>
            <a:spLocks noGrp="1"/>
          </p:cNvSpPr>
          <p:nvPr>
            <p:ph type="subTitle"/>
          </p:nvPr>
        </p:nvSpPr>
        <p:spPr>
          <a:xfrm>
            <a:off x="609480" y="1604520"/>
            <a:ext cx="10972440" cy="3977280"/>
          </a:xfrm>
          <a:prstGeom prst="rect">
            <a:avLst/>
          </a:prstGeom>
          <a:noFill/>
          <a:ln w="0">
            <a:noFill/>
          </a:ln>
        </p:spPr>
        <p:txBody>
          <a:bodyPr lIns="0" rIns="0" tIns="0" bIns="0" anchor="ctr">
            <a:spAutoFit/>
          </a:bodyPr>
          <a:p>
            <a:pPr indent="0" algn="ctr">
              <a:buNone/>
            </a:pPr>
            <a:endParaRPr b="0" lang="en-IN" sz="3200" strike="noStrike" u="none">
              <a:solidFill>
                <a:srgbClr val="ffffff"/>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F67014C2-2DE2-4276-84CD-50BE09BEC5B4}"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solidFill>
          <a:srgbClr val="2c3c43"/>
        </a:solidFill>
      </p:bgPr>
    </p:bg>
    <p:spTree>
      <p:nvGrpSpPr>
        <p:cNvPr id="1" name=""/>
        <p:cNvGrpSpPr/>
        <p:nvPr/>
      </p:nvGrpSpPr>
      <p:grpSpPr>
        <a:xfrm>
          <a:off x="0" y="0"/>
          <a:ext cx="0" cy="0"/>
          <a:chOff x="0" y="0"/>
          <a:chExt cx="0" cy="0"/>
        </a:xfrm>
      </p:grpSpPr>
      <p:grpSp>
        <p:nvGrpSpPr>
          <p:cNvPr id="28" name="Group 7"/>
          <p:cNvGrpSpPr/>
          <p:nvPr/>
        </p:nvGrpSpPr>
        <p:grpSpPr>
          <a:xfrm>
            <a:off x="0" y="-8640"/>
            <a:ext cx="12191760" cy="6866640"/>
            <a:chOff x="0" y="-8640"/>
            <a:chExt cx="12191760" cy="6866640"/>
          </a:xfrm>
        </p:grpSpPr>
        <p:cxnSp>
          <p:nvCxnSpPr>
            <p:cNvPr id="29" name="Straight Connector 19"/>
            <p:cNvCxnSpPr/>
            <p:nvPr/>
          </p:nvCxnSpPr>
          <p:spPr>
            <a:xfrm>
              <a:off x="9370800" y="0"/>
              <a:ext cx="1219680" cy="6858360"/>
            </a:xfrm>
            <a:prstGeom prst="straightConnector1">
              <a:avLst/>
            </a:prstGeom>
            <a:ln cap="rnd" w="9525">
              <a:solidFill>
                <a:srgbClr val="000000">
                  <a:lumMod val="85000"/>
                  <a:lumOff val="15000"/>
                </a:srgbClr>
              </a:solidFill>
              <a:round/>
            </a:ln>
          </p:spPr>
        </p:cxnSp>
        <p:cxnSp>
          <p:nvCxnSpPr>
            <p:cNvPr id="30" name="Straight Connector 20"/>
            <p:cNvCxnSpPr/>
            <p:nvPr/>
          </p:nvCxnSpPr>
          <p:spPr>
            <a:xfrm flipH="1">
              <a:off x="7425000" y="3681360"/>
              <a:ext cx="4763880" cy="3177000"/>
            </a:xfrm>
            <a:prstGeom prst="straightConnector1">
              <a:avLst/>
            </a:prstGeom>
            <a:ln cap="rnd" w="9525">
              <a:solidFill>
                <a:srgbClr val="000000">
                  <a:lumMod val="85000"/>
                  <a:lumOff val="15000"/>
                </a:srgbClr>
              </a:solidFill>
              <a:round/>
            </a:ln>
          </p:spPr>
        </p:cxnSp>
        <p:sp>
          <p:nvSpPr>
            <p:cNvPr id="31"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2"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3"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4"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5"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6"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7"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8"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grpSp>
      <p:sp>
        <p:nvSpPr>
          <p:cNvPr id="39" name="PlaceHolder 1"/>
          <p:cNvSpPr>
            <a:spLocks noGrp="1"/>
          </p:cNvSpPr>
          <p:nvPr>
            <p:ph type="title"/>
          </p:nvPr>
        </p:nvSpPr>
        <p:spPr>
          <a:xfrm>
            <a:off x="677160" y="609480"/>
            <a:ext cx="8596440" cy="3403080"/>
          </a:xfrm>
          <a:prstGeom prst="rect">
            <a:avLst/>
          </a:prstGeom>
          <a:noFill/>
          <a:ln w="0">
            <a:noFill/>
          </a:ln>
        </p:spPr>
        <p:txBody>
          <a:bodyPr lIns="91440" rIns="91440" tIns="45720" bIns="45720" anchor="ctr">
            <a:normAutofit/>
          </a:bodyPr>
          <a:p>
            <a:pPr indent="0" defTabSz="457200">
              <a:lnSpc>
                <a:spcPct val="100000"/>
              </a:lnSpc>
              <a:buNone/>
            </a:pPr>
            <a:r>
              <a:rPr b="0" lang="en-US" sz="4400" strike="noStrike" u="none">
                <a:solidFill>
                  <a:schemeClr val="accent1"/>
                </a:solidFill>
                <a:effectLst/>
                <a:uFillTx/>
                <a:latin typeface="Trebuchet MS"/>
              </a:rPr>
              <a:t>Click to edit Master title style</a:t>
            </a:r>
            <a:endParaRPr b="0" lang="en-US" sz="4400" strike="noStrike" u="none">
              <a:solidFill>
                <a:schemeClr val="lt1"/>
              </a:solidFill>
              <a:effectLst/>
              <a:uFillTx/>
              <a:latin typeface="Trebuchet MS"/>
            </a:endParaRPr>
          </a:p>
        </p:txBody>
      </p:sp>
      <p:sp>
        <p:nvSpPr>
          <p:cNvPr id="40" name="PlaceHolder 2"/>
          <p:cNvSpPr>
            <a:spLocks noGrp="1"/>
          </p:cNvSpPr>
          <p:nvPr>
            <p:ph type="body"/>
          </p:nvPr>
        </p:nvSpPr>
        <p:spPr>
          <a:xfrm>
            <a:off x="677160" y="4470480"/>
            <a:ext cx="8596440" cy="157068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b="0" lang="en-US" sz="1800" strike="noStrike" u="none">
                <a:solidFill>
                  <a:schemeClr val="lt1">
                    <a:lumMod val="75000"/>
                    <a:lumOff val="25000"/>
                  </a:schemeClr>
                </a:solidFill>
                <a:effectLst/>
                <a:uFillTx/>
                <a:latin typeface="Trebuchet MS"/>
              </a:rPr>
              <a:t>Edit Master text styles</a:t>
            </a:r>
            <a:endParaRPr b="0" lang="en-US" sz="1800" strike="noStrike" u="none">
              <a:solidFill>
                <a:schemeClr val="lt1">
                  <a:lumMod val="75000"/>
                  <a:lumOff val="25000"/>
                </a:schemeClr>
              </a:solidFill>
              <a:effectLst/>
              <a:uFillTx/>
              <a:latin typeface="Trebuchet MS"/>
            </a:endParaRPr>
          </a:p>
        </p:txBody>
      </p:sp>
      <p:sp>
        <p:nvSpPr>
          <p:cNvPr id="41" name="PlaceHolder 3"/>
          <p:cNvSpPr>
            <a:spLocks noGrp="1"/>
          </p:cNvSpPr>
          <p:nvPr>
            <p:ph type="dt" idx="4"/>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lt1">
                    <a:tint val="75000"/>
                  </a:schemeClr>
                </a:solidFill>
                <a:effectLst/>
                <a:uFillTx/>
                <a:latin typeface="Trebuchet MS"/>
              </a:defRPr>
            </a:lvl1pPr>
          </a:lstStyle>
          <a:p>
            <a:pPr indent="0" algn="r" defTabSz="457200">
              <a:lnSpc>
                <a:spcPct val="100000"/>
              </a:lnSpc>
              <a:buNone/>
            </a:pPr>
            <a:r>
              <a:rPr b="0" lang="en-US" sz="900" strike="noStrike" u="none">
                <a:solidFill>
                  <a:schemeClr val="lt1">
                    <a:tint val="75000"/>
                  </a:schemeClr>
                </a:solidFill>
                <a:effectLst/>
                <a:uFillTx/>
                <a:latin typeface="Trebuchet MS"/>
              </a:rPr>
              <a:t>&lt;date/time&gt;</a:t>
            </a:r>
            <a:endParaRPr b="0" lang="en-IN" sz="900" strike="noStrike" u="none">
              <a:solidFill>
                <a:srgbClr val="ffffff"/>
              </a:solidFill>
              <a:effectLst/>
              <a:uFillTx/>
              <a:latin typeface="Times New Roman"/>
            </a:endParaRPr>
          </a:p>
        </p:txBody>
      </p:sp>
      <p:sp>
        <p:nvSpPr>
          <p:cNvPr id="42" name="PlaceHolder 4"/>
          <p:cNvSpPr>
            <a:spLocks noGrp="1"/>
          </p:cNvSpPr>
          <p:nvPr>
            <p:ph type="ftr" idx="5"/>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43" name="PlaceHolder 5"/>
          <p:cNvSpPr>
            <a:spLocks noGrp="1"/>
          </p:cNvSpPr>
          <p:nvPr>
            <p:ph type="sldNum" idx="6"/>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accent1"/>
                </a:solidFill>
                <a:effectLst/>
                <a:uFillTx/>
                <a:latin typeface="Trebuchet MS"/>
              </a:defRPr>
            </a:lvl1pPr>
          </a:lstStyle>
          <a:p>
            <a:pPr indent="0" algn="r" defTabSz="457200">
              <a:lnSpc>
                <a:spcPct val="100000"/>
              </a:lnSpc>
              <a:buNone/>
            </a:pPr>
            <a:fld id="{600FB78E-43A3-4B38-90BB-D43B0283E7D7}" type="slidenum">
              <a:rPr b="0" lang="en-US" sz="900" strike="noStrike" u="none">
                <a:solidFill>
                  <a:schemeClr val="accent1"/>
                </a:solidFill>
                <a:effectLst/>
                <a:uFillTx/>
                <a:latin typeface="Trebuchet MS"/>
              </a:rPr>
              <a:t>&lt;number&gt;</a:t>
            </a:fld>
            <a:endParaRPr b="0" lang="en-IN" sz="900" strike="noStrike" u="none">
              <a:solidFill>
                <a:srgbClr val="ffffff"/>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solidFill>
          <a:srgbClr val="2c3c43"/>
        </a:solidFill>
      </p:bgPr>
    </p:bg>
    <p:spTree>
      <p:nvGrpSpPr>
        <p:cNvPr id="1" name=""/>
        <p:cNvGrpSpPr/>
        <p:nvPr/>
      </p:nvGrpSpPr>
      <p:grpSpPr>
        <a:xfrm>
          <a:off x="0" y="0"/>
          <a:ext cx="0" cy="0"/>
          <a:chOff x="0" y="0"/>
          <a:chExt cx="0" cy="0"/>
        </a:xfrm>
      </p:grpSpPr>
      <p:grpSp>
        <p:nvGrpSpPr>
          <p:cNvPr id="44" name="Group 7"/>
          <p:cNvGrpSpPr/>
          <p:nvPr/>
        </p:nvGrpSpPr>
        <p:grpSpPr>
          <a:xfrm>
            <a:off x="0" y="-8640"/>
            <a:ext cx="12191760" cy="6866640"/>
            <a:chOff x="0" y="-8640"/>
            <a:chExt cx="12191760" cy="6866640"/>
          </a:xfrm>
        </p:grpSpPr>
        <p:cxnSp>
          <p:nvCxnSpPr>
            <p:cNvPr id="45" name="Straight Connector 19"/>
            <p:cNvCxnSpPr/>
            <p:nvPr/>
          </p:nvCxnSpPr>
          <p:spPr>
            <a:xfrm>
              <a:off x="9370800" y="0"/>
              <a:ext cx="1219680" cy="6858360"/>
            </a:xfrm>
            <a:prstGeom prst="straightConnector1">
              <a:avLst/>
            </a:prstGeom>
            <a:ln cap="rnd" w="9525">
              <a:solidFill>
                <a:srgbClr val="000000">
                  <a:lumMod val="85000"/>
                  <a:lumOff val="15000"/>
                </a:srgbClr>
              </a:solidFill>
              <a:round/>
            </a:ln>
          </p:spPr>
        </p:cxnSp>
        <p:cxnSp>
          <p:nvCxnSpPr>
            <p:cNvPr id="46" name="Straight Connector 20"/>
            <p:cNvCxnSpPr/>
            <p:nvPr/>
          </p:nvCxnSpPr>
          <p:spPr>
            <a:xfrm flipH="1">
              <a:off x="7425000" y="3681360"/>
              <a:ext cx="4763880" cy="3177000"/>
            </a:xfrm>
            <a:prstGeom prst="straightConnector1">
              <a:avLst/>
            </a:prstGeom>
            <a:ln cap="rnd" w="9525">
              <a:solidFill>
                <a:srgbClr val="000000">
                  <a:lumMod val="85000"/>
                  <a:lumOff val="15000"/>
                </a:srgbClr>
              </a:solidFill>
              <a:round/>
            </a:ln>
          </p:spPr>
        </p:cxnSp>
        <p:sp>
          <p:nvSpPr>
            <p:cNvPr id="47"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8"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9"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0"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1"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2"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3"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4"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grpSp>
      <p:sp>
        <p:nvSpPr>
          <p:cNvPr id="55" name="PlaceHolder 1"/>
          <p:cNvSpPr>
            <a:spLocks noGrp="1"/>
          </p:cNvSpPr>
          <p:nvPr>
            <p:ph type="title"/>
          </p:nvPr>
        </p:nvSpPr>
        <p:spPr>
          <a:xfrm>
            <a:off x="931320" y="609480"/>
            <a:ext cx="8093880" cy="3022200"/>
          </a:xfrm>
          <a:prstGeom prst="rect">
            <a:avLst/>
          </a:prstGeom>
          <a:noFill/>
          <a:ln w="0">
            <a:noFill/>
          </a:ln>
        </p:spPr>
        <p:txBody>
          <a:bodyPr lIns="91440" rIns="91440" tIns="45720" bIns="45720" anchor="ctr">
            <a:normAutofit/>
          </a:bodyPr>
          <a:p>
            <a:pPr indent="0" defTabSz="457200">
              <a:lnSpc>
                <a:spcPct val="100000"/>
              </a:lnSpc>
              <a:buNone/>
            </a:pPr>
            <a:r>
              <a:rPr b="0" lang="en-US" sz="4400" strike="noStrike" u="none">
                <a:solidFill>
                  <a:schemeClr val="accent1"/>
                </a:solidFill>
                <a:effectLst/>
                <a:uFillTx/>
                <a:latin typeface="Trebuchet MS"/>
              </a:rPr>
              <a:t>Click to edit Master title style</a:t>
            </a:r>
            <a:endParaRPr b="0" lang="en-US" sz="4400" strike="noStrike" u="none">
              <a:solidFill>
                <a:schemeClr val="lt1"/>
              </a:solidFill>
              <a:effectLst/>
              <a:uFillTx/>
              <a:latin typeface="Trebuchet MS"/>
            </a:endParaRPr>
          </a:p>
        </p:txBody>
      </p:sp>
      <p:sp>
        <p:nvSpPr>
          <p:cNvPr id="56" name="PlaceHolder 2"/>
          <p:cNvSpPr>
            <a:spLocks noGrp="1"/>
          </p:cNvSpPr>
          <p:nvPr>
            <p:ph type="body"/>
          </p:nvPr>
        </p:nvSpPr>
        <p:spPr>
          <a:xfrm>
            <a:off x="1366200" y="3632040"/>
            <a:ext cx="7224120" cy="380520"/>
          </a:xfrm>
          <a:prstGeom prst="rect">
            <a:avLst/>
          </a:prstGeom>
          <a:noFill/>
          <a:ln w="0">
            <a:noFill/>
          </a:ln>
        </p:spPr>
        <p:txBody>
          <a:bodyPr lIns="91440" rIns="91440" tIns="45720" bIns="45720" anchor="ctr">
            <a:noAutofit/>
          </a:bodyPr>
          <a:p>
            <a:pPr indent="0" defTabSz="457200">
              <a:lnSpc>
                <a:spcPct val="100000"/>
              </a:lnSpc>
              <a:spcBef>
                <a:spcPts val="1001"/>
              </a:spcBef>
              <a:buNone/>
              <a:tabLst>
                <a:tab algn="l" pos="0"/>
              </a:tabLst>
            </a:pPr>
            <a:r>
              <a:rPr b="0" lang="en-US" sz="1600" strike="noStrike" u="none">
                <a:solidFill>
                  <a:schemeClr val="lt1">
                    <a:lumMod val="50000"/>
                    <a:lumOff val="50000"/>
                  </a:schemeClr>
                </a:solidFill>
                <a:effectLst/>
                <a:uFillTx/>
                <a:latin typeface="Trebuchet MS"/>
              </a:rPr>
              <a:t>Edit Master text styles</a:t>
            </a:r>
            <a:endParaRPr b="0" lang="en-US" sz="1600" strike="noStrike" u="none">
              <a:solidFill>
                <a:schemeClr val="lt1">
                  <a:lumMod val="75000"/>
                  <a:lumOff val="25000"/>
                </a:schemeClr>
              </a:solidFill>
              <a:effectLst/>
              <a:uFillTx/>
              <a:latin typeface="Trebuchet MS"/>
            </a:endParaRPr>
          </a:p>
        </p:txBody>
      </p:sp>
      <p:sp>
        <p:nvSpPr>
          <p:cNvPr id="57" name="PlaceHolder 3"/>
          <p:cNvSpPr>
            <a:spLocks noGrp="1"/>
          </p:cNvSpPr>
          <p:nvPr>
            <p:ph type="body"/>
          </p:nvPr>
        </p:nvSpPr>
        <p:spPr>
          <a:xfrm>
            <a:off x="677160" y="4470480"/>
            <a:ext cx="8596440" cy="157068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b="0" lang="en-US" sz="1800" strike="noStrike" u="none">
                <a:solidFill>
                  <a:schemeClr val="lt1">
                    <a:lumMod val="75000"/>
                    <a:lumOff val="25000"/>
                  </a:schemeClr>
                </a:solidFill>
                <a:effectLst/>
                <a:uFillTx/>
                <a:latin typeface="Trebuchet MS"/>
              </a:rPr>
              <a:t>Edit Master text styles</a:t>
            </a:r>
            <a:endParaRPr b="0" lang="en-US" sz="1800" strike="noStrike" u="none">
              <a:solidFill>
                <a:schemeClr val="lt1">
                  <a:lumMod val="75000"/>
                  <a:lumOff val="25000"/>
                </a:schemeClr>
              </a:solidFill>
              <a:effectLst/>
              <a:uFillTx/>
              <a:latin typeface="Trebuchet MS"/>
            </a:endParaRPr>
          </a:p>
        </p:txBody>
      </p:sp>
      <p:sp>
        <p:nvSpPr>
          <p:cNvPr id="58" name="PlaceHolder 4"/>
          <p:cNvSpPr>
            <a:spLocks noGrp="1"/>
          </p:cNvSpPr>
          <p:nvPr>
            <p:ph type="dt" idx="7"/>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lt1">
                    <a:tint val="75000"/>
                  </a:schemeClr>
                </a:solidFill>
                <a:effectLst/>
                <a:uFillTx/>
                <a:latin typeface="Trebuchet MS"/>
              </a:defRPr>
            </a:lvl1pPr>
          </a:lstStyle>
          <a:p>
            <a:pPr indent="0" algn="r" defTabSz="457200">
              <a:lnSpc>
                <a:spcPct val="100000"/>
              </a:lnSpc>
              <a:buNone/>
            </a:pPr>
            <a:r>
              <a:rPr b="0" lang="en-US" sz="900" strike="noStrike" u="none">
                <a:solidFill>
                  <a:schemeClr val="lt1">
                    <a:tint val="75000"/>
                  </a:schemeClr>
                </a:solidFill>
                <a:effectLst/>
                <a:uFillTx/>
                <a:latin typeface="Trebuchet MS"/>
              </a:rPr>
              <a:t>&lt;date/time&gt;</a:t>
            </a:r>
            <a:endParaRPr b="0" lang="en-IN" sz="900" strike="noStrike" u="none">
              <a:solidFill>
                <a:srgbClr val="ffffff"/>
              </a:solidFill>
              <a:effectLst/>
              <a:uFillTx/>
              <a:latin typeface="Times New Roman"/>
            </a:endParaRPr>
          </a:p>
        </p:txBody>
      </p:sp>
      <p:sp>
        <p:nvSpPr>
          <p:cNvPr id="59" name="PlaceHolder 5"/>
          <p:cNvSpPr>
            <a:spLocks noGrp="1"/>
          </p:cNvSpPr>
          <p:nvPr>
            <p:ph type="ftr" idx="8"/>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60" name="PlaceHolder 6"/>
          <p:cNvSpPr>
            <a:spLocks noGrp="1"/>
          </p:cNvSpPr>
          <p:nvPr>
            <p:ph type="sldNum" idx="9"/>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accent1"/>
                </a:solidFill>
                <a:effectLst/>
                <a:uFillTx/>
                <a:latin typeface="Trebuchet MS"/>
              </a:defRPr>
            </a:lvl1pPr>
          </a:lstStyle>
          <a:p>
            <a:pPr indent="0" algn="r" defTabSz="457200">
              <a:lnSpc>
                <a:spcPct val="100000"/>
              </a:lnSpc>
              <a:buNone/>
            </a:pPr>
            <a:fld id="{2E183CCB-7577-463F-A60F-E106924C9C97}" type="slidenum">
              <a:rPr b="0" lang="en-US" sz="900" strike="noStrike" u="none">
                <a:solidFill>
                  <a:schemeClr val="accent1"/>
                </a:solidFill>
                <a:effectLst/>
                <a:uFillTx/>
                <a:latin typeface="Trebuchet MS"/>
              </a:rPr>
              <a:t>&lt;number&gt;</a:t>
            </a:fld>
            <a:endParaRPr b="0" lang="en-IN" sz="900" strike="noStrike" u="none">
              <a:solidFill>
                <a:srgbClr val="ffffff"/>
              </a:solidFill>
              <a:effectLst/>
              <a:uFillTx/>
              <a:latin typeface="Times New Roman"/>
            </a:endParaRPr>
          </a:p>
        </p:txBody>
      </p:sp>
      <p:sp>
        <p:nvSpPr>
          <p:cNvPr id="61" name="TextBox 19"/>
          <p:cNvSpPr/>
          <p:nvPr/>
        </p:nvSpPr>
        <p:spPr>
          <a:xfrm>
            <a:off x="541800" y="79020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b="0" lang="en-US" sz="8000" strike="noStrike" u="none">
                <a:solidFill>
                  <a:schemeClr val="accent1"/>
                </a:solidFill>
                <a:effectLst/>
                <a:uFillTx/>
                <a:latin typeface="Arial"/>
              </a:rPr>
              <a:t>“</a:t>
            </a:r>
            <a:endParaRPr b="0" lang="en-IN" sz="8000" strike="noStrike" u="none">
              <a:solidFill>
                <a:srgbClr val="ffffff"/>
              </a:solidFill>
              <a:effectLst/>
              <a:uFillTx/>
              <a:latin typeface="Arial"/>
            </a:endParaRPr>
          </a:p>
        </p:txBody>
      </p:sp>
      <p:sp>
        <p:nvSpPr>
          <p:cNvPr id="62" name="TextBox 21"/>
          <p:cNvSpPr/>
          <p:nvPr/>
        </p:nvSpPr>
        <p:spPr>
          <a:xfrm>
            <a:off x="8893080" y="288648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b="0" lang="en-US" sz="8000" strike="noStrike" u="none">
                <a:solidFill>
                  <a:schemeClr val="accent1"/>
                </a:solidFill>
                <a:effectLst/>
                <a:uFillTx/>
                <a:latin typeface="Arial"/>
              </a:rPr>
              <a:t>”</a:t>
            </a:r>
            <a:endParaRPr b="0" lang="en-IN" sz="8000" strike="noStrike" u="none">
              <a:solidFill>
                <a:srgbClr val="ffffff"/>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solidFill>
          <a:srgbClr val="2c3c43"/>
        </a:solidFill>
      </p:bgPr>
    </p:bg>
    <p:spTree>
      <p:nvGrpSpPr>
        <p:cNvPr id="1" name=""/>
        <p:cNvGrpSpPr/>
        <p:nvPr/>
      </p:nvGrpSpPr>
      <p:grpSpPr>
        <a:xfrm>
          <a:off x="0" y="0"/>
          <a:ext cx="0" cy="0"/>
          <a:chOff x="0" y="0"/>
          <a:chExt cx="0" cy="0"/>
        </a:xfrm>
      </p:grpSpPr>
      <p:grpSp>
        <p:nvGrpSpPr>
          <p:cNvPr id="63" name="Group 7"/>
          <p:cNvGrpSpPr/>
          <p:nvPr/>
        </p:nvGrpSpPr>
        <p:grpSpPr>
          <a:xfrm>
            <a:off x="0" y="-8640"/>
            <a:ext cx="12191760" cy="6866640"/>
            <a:chOff x="0" y="-8640"/>
            <a:chExt cx="12191760" cy="6866640"/>
          </a:xfrm>
        </p:grpSpPr>
        <p:cxnSp>
          <p:nvCxnSpPr>
            <p:cNvPr id="64" name="Straight Connector 19"/>
            <p:cNvCxnSpPr/>
            <p:nvPr/>
          </p:nvCxnSpPr>
          <p:spPr>
            <a:xfrm>
              <a:off x="9370800" y="0"/>
              <a:ext cx="1219680" cy="6858360"/>
            </a:xfrm>
            <a:prstGeom prst="straightConnector1">
              <a:avLst/>
            </a:prstGeom>
            <a:ln cap="rnd" w="9525">
              <a:solidFill>
                <a:srgbClr val="000000">
                  <a:lumMod val="85000"/>
                  <a:lumOff val="15000"/>
                </a:srgbClr>
              </a:solidFill>
              <a:round/>
            </a:ln>
          </p:spPr>
        </p:cxnSp>
        <p:cxnSp>
          <p:nvCxnSpPr>
            <p:cNvPr id="65" name="Straight Connector 20"/>
            <p:cNvCxnSpPr/>
            <p:nvPr/>
          </p:nvCxnSpPr>
          <p:spPr>
            <a:xfrm flipH="1">
              <a:off x="7425000" y="3681360"/>
              <a:ext cx="4763880" cy="3177000"/>
            </a:xfrm>
            <a:prstGeom prst="straightConnector1">
              <a:avLst/>
            </a:prstGeom>
            <a:ln cap="rnd" w="9525">
              <a:solidFill>
                <a:srgbClr val="000000">
                  <a:lumMod val="85000"/>
                  <a:lumOff val="15000"/>
                </a:srgbClr>
              </a:solidFill>
              <a:round/>
            </a:ln>
          </p:spPr>
        </p:cxnSp>
        <p:sp>
          <p:nvSpPr>
            <p:cNvPr id="66"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67"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68"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69"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70"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71"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72"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73"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grpSp>
      <p:sp>
        <p:nvSpPr>
          <p:cNvPr id="74" name="PlaceHolder 1"/>
          <p:cNvSpPr>
            <a:spLocks noGrp="1"/>
          </p:cNvSpPr>
          <p:nvPr>
            <p:ph type="title"/>
          </p:nvPr>
        </p:nvSpPr>
        <p:spPr>
          <a:xfrm>
            <a:off x="677160" y="1932120"/>
            <a:ext cx="8596440" cy="2595240"/>
          </a:xfrm>
          <a:prstGeom prst="rect">
            <a:avLst/>
          </a:prstGeom>
          <a:noFill/>
          <a:ln w="0">
            <a:noFill/>
          </a:ln>
        </p:spPr>
        <p:txBody>
          <a:bodyPr lIns="91440" rIns="91440" tIns="45720" bIns="45720" anchor="b">
            <a:normAutofit/>
          </a:bodyPr>
          <a:p>
            <a:pPr indent="0" defTabSz="457200">
              <a:lnSpc>
                <a:spcPct val="100000"/>
              </a:lnSpc>
              <a:buNone/>
            </a:pPr>
            <a:r>
              <a:rPr b="0" lang="en-US" sz="4400" strike="noStrike" u="none">
                <a:solidFill>
                  <a:schemeClr val="accent1"/>
                </a:solidFill>
                <a:effectLst/>
                <a:uFillTx/>
                <a:latin typeface="Trebuchet MS"/>
              </a:rPr>
              <a:t>Click to edit Master title style</a:t>
            </a:r>
            <a:endParaRPr b="0" lang="en-US" sz="4400" strike="noStrike" u="none">
              <a:solidFill>
                <a:schemeClr val="lt1"/>
              </a:solidFill>
              <a:effectLst/>
              <a:uFillTx/>
              <a:latin typeface="Trebuchet MS"/>
            </a:endParaRPr>
          </a:p>
        </p:txBody>
      </p:sp>
      <p:sp>
        <p:nvSpPr>
          <p:cNvPr id="75" name="PlaceHolder 2"/>
          <p:cNvSpPr>
            <a:spLocks noGrp="1"/>
          </p:cNvSpPr>
          <p:nvPr>
            <p:ph type="body"/>
          </p:nvPr>
        </p:nvSpPr>
        <p:spPr>
          <a:xfrm>
            <a:off x="677160" y="4527360"/>
            <a:ext cx="8596440" cy="151344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trike="noStrike" u="none">
                <a:solidFill>
                  <a:schemeClr val="lt1">
                    <a:lumMod val="75000"/>
                    <a:lumOff val="25000"/>
                  </a:schemeClr>
                </a:solidFill>
                <a:effectLst/>
                <a:uFillTx/>
                <a:latin typeface="Trebuchet MS"/>
              </a:rPr>
              <a:t>Edit Master text styles</a:t>
            </a:r>
            <a:endParaRPr b="0" lang="en-US" sz="1800" strike="noStrike" u="none">
              <a:solidFill>
                <a:schemeClr val="lt1">
                  <a:lumMod val="75000"/>
                  <a:lumOff val="25000"/>
                </a:schemeClr>
              </a:solidFill>
              <a:effectLst/>
              <a:uFillTx/>
              <a:latin typeface="Trebuchet MS"/>
            </a:endParaRPr>
          </a:p>
        </p:txBody>
      </p:sp>
      <p:sp>
        <p:nvSpPr>
          <p:cNvPr id="76" name="PlaceHolder 3"/>
          <p:cNvSpPr>
            <a:spLocks noGrp="1"/>
          </p:cNvSpPr>
          <p:nvPr>
            <p:ph type="dt" idx="10"/>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lt1">
                    <a:tint val="75000"/>
                  </a:schemeClr>
                </a:solidFill>
                <a:effectLst/>
                <a:uFillTx/>
                <a:latin typeface="Trebuchet MS"/>
              </a:defRPr>
            </a:lvl1pPr>
          </a:lstStyle>
          <a:p>
            <a:pPr indent="0" algn="r" defTabSz="457200">
              <a:lnSpc>
                <a:spcPct val="100000"/>
              </a:lnSpc>
              <a:buNone/>
            </a:pPr>
            <a:r>
              <a:rPr b="0" lang="en-US" sz="900" strike="noStrike" u="none">
                <a:solidFill>
                  <a:schemeClr val="lt1">
                    <a:tint val="75000"/>
                  </a:schemeClr>
                </a:solidFill>
                <a:effectLst/>
                <a:uFillTx/>
                <a:latin typeface="Trebuchet MS"/>
              </a:rPr>
              <a:t>&lt;date/time&gt;</a:t>
            </a:r>
            <a:endParaRPr b="0" lang="en-IN" sz="900" strike="noStrike" u="none">
              <a:solidFill>
                <a:srgbClr val="ffffff"/>
              </a:solidFill>
              <a:effectLst/>
              <a:uFillTx/>
              <a:latin typeface="Times New Roman"/>
            </a:endParaRPr>
          </a:p>
        </p:txBody>
      </p:sp>
      <p:sp>
        <p:nvSpPr>
          <p:cNvPr id="77" name="PlaceHolder 4"/>
          <p:cNvSpPr>
            <a:spLocks noGrp="1"/>
          </p:cNvSpPr>
          <p:nvPr>
            <p:ph type="ftr" idx="11"/>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78" name="PlaceHolder 5"/>
          <p:cNvSpPr>
            <a:spLocks noGrp="1"/>
          </p:cNvSpPr>
          <p:nvPr>
            <p:ph type="sldNum" idx="12"/>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accent1"/>
                </a:solidFill>
                <a:effectLst/>
                <a:uFillTx/>
                <a:latin typeface="Trebuchet MS"/>
              </a:defRPr>
            </a:lvl1pPr>
          </a:lstStyle>
          <a:p>
            <a:pPr indent="0" algn="r" defTabSz="457200">
              <a:lnSpc>
                <a:spcPct val="100000"/>
              </a:lnSpc>
              <a:buNone/>
            </a:pPr>
            <a:fld id="{408EAE4D-0235-49F9-B20F-1C8CBC9496BB}" type="slidenum">
              <a:rPr b="0" lang="en-US" sz="900" strike="noStrike" u="none">
                <a:solidFill>
                  <a:schemeClr val="accent1"/>
                </a:solidFill>
                <a:effectLst/>
                <a:uFillTx/>
                <a:latin typeface="Trebuchet MS"/>
              </a:rPr>
              <a:t>&lt;number&gt;</a:t>
            </a:fld>
            <a:endParaRPr b="0" lang="en-IN" sz="900" strike="noStrike" u="none">
              <a:solidFill>
                <a:srgbClr val="ffffff"/>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bg>
      <p:bgPr>
        <a:solidFill>
          <a:srgbClr val="2c3c43"/>
        </a:solidFill>
      </p:bgPr>
    </p:bg>
    <p:spTree>
      <p:nvGrpSpPr>
        <p:cNvPr id="1" name=""/>
        <p:cNvGrpSpPr/>
        <p:nvPr/>
      </p:nvGrpSpPr>
      <p:grpSpPr>
        <a:xfrm>
          <a:off x="0" y="0"/>
          <a:ext cx="0" cy="0"/>
          <a:chOff x="0" y="0"/>
          <a:chExt cx="0" cy="0"/>
        </a:xfrm>
      </p:grpSpPr>
      <p:grpSp>
        <p:nvGrpSpPr>
          <p:cNvPr id="79" name="Group 7"/>
          <p:cNvGrpSpPr/>
          <p:nvPr/>
        </p:nvGrpSpPr>
        <p:grpSpPr>
          <a:xfrm>
            <a:off x="0" y="-8640"/>
            <a:ext cx="12191760" cy="6866640"/>
            <a:chOff x="0" y="-8640"/>
            <a:chExt cx="12191760" cy="6866640"/>
          </a:xfrm>
        </p:grpSpPr>
        <p:cxnSp>
          <p:nvCxnSpPr>
            <p:cNvPr id="80" name="Straight Connector 19"/>
            <p:cNvCxnSpPr/>
            <p:nvPr/>
          </p:nvCxnSpPr>
          <p:spPr>
            <a:xfrm>
              <a:off x="9370800" y="0"/>
              <a:ext cx="1219680" cy="6858360"/>
            </a:xfrm>
            <a:prstGeom prst="straightConnector1">
              <a:avLst/>
            </a:prstGeom>
            <a:ln cap="rnd" w="9525">
              <a:solidFill>
                <a:srgbClr val="000000">
                  <a:lumMod val="85000"/>
                  <a:lumOff val="15000"/>
                </a:srgbClr>
              </a:solidFill>
              <a:round/>
            </a:ln>
          </p:spPr>
        </p:cxnSp>
        <p:cxnSp>
          <p:nvCxnSpPr>
            <p:cNvPr id="81" name="Straight Connector 20"/>
            <p:cNvCxnSpPr/>
            <p:nvPr/>
          </p:nvCxnSpPr>
          <p:spPr>
            <a:xfrm flipH="1">
              <a:off x="7425000" y="3681360"/>
              <a:ext cx="4763880" cy="3177000"/>
            </a:xfrm>
            <a:prstGeom prst="straightConnector1">
              <a:avLst/>
            </a:prstGeom>
            <a:ln cap="rnd" w="9525">
              <a:solidFill>
                <a:srgbClr val="000000">
                  <a:lumMod val="85000"/>
                  <a:lumOff val="15000"/>
                </a:srgbClr>
              </a:solidFill>
              <a:round/>
            </a:ln>
          </p:spPr>
        </p:cxnSp>
        <p:sp>
          <p:nvSpPr>
            <p:cNvPr id="82"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83"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84"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85"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86"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87"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88"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89"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grpSp>
      <p:sp>
        <p:nvSpPr>
          <p:cNvPr id="90" name="PlaceHolder 1"/>
          <p:cNvSpPr>
            <a:spLocks noGrp="1"/>
          </p:cNvSpPr>
          <p:nvPr>
            <p:ph type="title"/>
          </p:nvPr>
        </p:nvSpPr>
        <p:spPr>
          <a:xfrm>
            <a:off x="931320" y="609480"/>
            <a:ext cx="8093880" cy="3022200"/>
          </a:xfrm>
          <a:prstGeom prst="rect">
            <a:avLst/>
          </a:prstGeom>
          <a:noFill/>
          <a:ln w="0">
            <a:noFill/>
          </a:ln>
        </p:spPr>
        <p:txBody>
          <a:bodyPr lIns="91440" rIns="91440" tIns="45720" bIns="45720" anchor="ctr">
            <a:normAutofit/>
          </a:bodyPr>
          <a:p>
            <a:pPr indent="0" defTabSz="457200">
              <a:lnSpc>
                <a:spcPct val="100000"/>
              </a:lnSpc>
              <a:buNone/>
            </a:pPr>
            <a:r>
              <a:rPr b="0" lang="en-US" sz="4400" strike="noStrike" u="none">
                <a:solidFill>
                  <a:schemeClr val="accent1"/>
                </a:solidFill>
                <a:effectLst/>
                <a:uFillTx/>
                <a:latin typeface="Trebuchet MS"/>
              </a:rPr>
              <a:t>Click to edit Master title style</a:t>
            </a:r>
            <a:endParaRPr b="0" lang="en-US" sz="4400" strike="noStrike" u="none">
              <a:solidFill>
                <a:schemeClr val="lt1"/>
              </a:solidFill>
              <a:effectLst/>
              <a:uFillTx/>
              <a:latin typeface="Trebuchet MS"/>
            </a:endParaRPr>
          </a:p>
        </p:txBody>
      </p:sp>
      <p:sp>
        <p:nvSpPr>
          <p:cNvPr id="91" name="PlaceHolder 2"/>
          <p:cNvSpPr>
            <a:spLocks noGrp="1"/>
          </p:cNvSpPr>
          <p:nvPr>
            <p:ph type="body"/>
          </p:nvPr>
        </p:nvSpPr>
        <p:spPr>
          <a:xfrm>
            <a:off x="677160" y="4013280"/>
            <a:ext cx="8596440" cy="5137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trike="noStrike" u="none">
                <a:solidFill>
                  <a:schemeClr val="lt1">
                    <a:lumMod val="75000"/>
                    <a:lumOff val="25000"/>
                  </a:schemeClr>
                </a:solidFill>
                <a:effectLst/>
                <a:uFillTx/>
                <a:latin typeface="Trebuchet MS"/>
              </a:rPr>
              <a:t>Edit Master text styles</a:t>
            </a:r>
            <a:endParaRPr b="0" lang="en-US" sz="2400" strike="noStrike" u="none">
              <a:solidFill>
                <a:schemeClr val="lt1">
                  <a:lumMod val="75000"/>
                  <a:lumOff val="25000"/>
                </a:schemeClr>
              </a:solidFill>
              <a:effectLst/>
              <a:uFillTx/>
              <a:latin typeface="Trebuchet MS"/>
            </a:endParaRPr>
          </a:p>
        </p:txBody>
      </p:sp>
      <p:sp>
        <p:nvSpPr>
          <p:cNvPr id="92" name="PlaceHolder 3"/>
          <p:cNvSpPr>
            <a:spLocks noGrp="1"/>
          </p:cNvSpPr>
          <p:nvPr>
            <p:ph type="body"/>
          </p:nvPr>
        </p:nvSpPr>
        <p:spPr>
          <a:xfrm>
            <a:off x="677160" y="4527360"/>
            <a:ext cx="8596440" cy="151344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trike="noStrike" u="none">
                <a:solidFill>
                  <a:schemeClr val="lt1">
                    <a:lumMod val="50000"/>
                    <a:lumOff val="50000"/>
                  </a:schemeClr>
                </a:solidFill>
                <a:effectLst/>
                <a:uFillTx/>
                <a:latin typeface="Trebuchet MS"/>
              </a:rPr>
              <a:t>Edit Master text styles</a:t>
            </a:r>
            <a:endParaRPr b="0" lang="en-US" sz="1800" strike="noStrike" u="none">
              <a:solidFill>
                <a:schemeClr val="lt1">
                  <a:lumMod val="75000"/>
                  <a:lumOff val="25000"/>
                </a:schemeClr>
              </a:solidFill>
              <a:effectLst/>
              <a:uFillTx/>
              <a:latin typeface="Trebuchet MS"/>
            </a:endParaRPr>
          </a:p>
        </p:txBody>
      </p:sp>
      <p:sp>
        <p:nvSpPr>
          <p:cNvPr id="93" name="PlaceHolder 4"/>
          <p:cNvSpPr>
            <a:spLocks noGrp="1"/>
          </p:cNvSpPr>
          <p:nvPr>
            <p:ph type="dt" idx="13"/>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lt1">
                    <a:tint val="75000"/>
                  </a:schemeClr>
                </a:solidFill>
                <a:effectLst/>
                <a:uFillTx/>
                <a:latin typeface="Trebuchet MS"/>
              </a:defRPr>
            </a:lvl1pPr>
          </a:lstStyle>
          <a:p>
            <a:pPr indent="0" algn="r" defTabSz="457200">
              <a:lnSpc>
                <a:spcPct val="100000"/>
              </a:lnSpc>
              <a:buNone/>
            </a:pPr>
            <a:r>
              <a:rPr b="0" lang="en-US" sz="900" strike="noStrike" u="none">
                <a:solidFill>
                  <a:schemeClr val="lt1">
                    <a:tint val="75000"/>
                  </a:schemeClr>
                </a:solidFill>
                <a:effectLst/>
                <a:uFillTx/>
                <a:latin typeface="Trebuchet MS"/>
              </a:rPr>
              <a:t>&lt;date/time&gt;</a:t>
            </a:r>
            <a:endParaRPr b="0" lang="en-IN" sz="900" strike="noStrike" u="none">
              <a:solidFill>
                <a:srgbClr val="ffffff"/>
              </a:solidFill>
              <a:effectLst/>
              <a:uFillTx/>
              <a:latin typeface="Times New Roman"/>
            </a:endParaRPr>
          </a:p>
        </p:txBody>
      </p:sp>
      <p:sp>
        <p:nvSpPr>
          <p:cNvPr id="94" name="PlaceHolder 5"/>
          <p:cNvSpPr>
            <a:spLocks noGrp="1"/>
          </p:cNvSpPr>
          <p:nvPr>
            <p:ph type="ftr" idx="14"/>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95" name="PlaceHolder 6"/>
          <p:cNvSpPr>
            <a:spLocks noGrp="1"/>
          </p:cNvSpPr>
          <p:nvPr>
            <p:ph type="sldNum" idx="15"/>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accent1"/>
                </a:solidFill>
                <a:effectLst/>
                <a:uFillTx/>
                <a:latin typeface="Trebuchet MS"/>
              </a:defRPr>
            </a:lvl1pPr>
          </a:lstStyle>
          <a:p>
            <a:pPr indent="0" algn="r" defTabSz="457200">
              <a:lnSpc>
                <a:spcPct val="100000"/>
              </a:lnSpc>
              <a:buNone/>
            </a:pPr>
            <a:fld id="{8C3AF612-B414-4607-A213-EED15D3B638D}" type="slidenum">
              <a:rPr b="0" lang="en-US" sz="900" strike="noStrike" u="none">
                <a:solidFill>
                  <a:schemeClr val="accent1"/>
                </a:solidFill>
                <a:effectLst/>
                <a:uFillTx/>
                <a:latin typeface="Trebuchet MS"/>
              </a:rPr>
              <a:t>&lt;number&gt;</a:t>
            </a:fld>
            <a:endParaRPr b="0" lang="en-IN" sz="900" strike="noStrike" u="none">
              <a:solidFill>
                <a:srgbClr val="ffffff"/>
              </a:solidFill>
              <a:effectLst/>
              <a:uFillTx/>
              <a:latin typeface="Times New Roman"/>
            </a:endParaRPr>
          </a:p>
        </p:txBody>
      </p:sp>
      <p:sp>
        <p:nvSpPr>
          <p:cNvPr id="96" name="TextBox 23"/>
          <p:cNvSpPr/>
          <p:nvPr/>
        </p:nvSpPr>
        <p:spPr>
          <a:xfrm>
            <a:off x="541800" y="79020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b="0" lang="en-US" sz="8000" strike="noStrike" u="none">
                <a:solidFill>
                  <a:schemeClr val="accent1"/>
                </a:solidFill>
                <a:effectLst/>
                <a:uFillTx/>
                <a:latin typeface="Arial"/>
              </a:rPr>
              <a:t>“</a:t>
            </a:r>
            <a:endParaRPr b="0" lang="en-IN" sz="8000" strike="noStrike" u="none">
              <a:solidFill>
                <a:srgbClr val="ffffff"/>
              </a:solidFill>
              <a:effectLst/>
              <a:uFillTx/>
              <a:latin typeface="Arial"/>
            </a:endParaRPr>
          </a:p>
        </p:txBody>
      </p:sp>
      <p:sp>
        <p:nvSpPr>
          <p:cNvPr id="97" name="TextBox 24"/>
          <p:cNvSpPr/>
          <p:nvPr/>
        </p:nvSpPr>
        <p:spPr>
          <a:xfrm>
            <a:off x="8893080" y="288648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b="0" lang="en-US" sz="8000" strike="noStrike" u="none">
                <a:solidFill>
                  <a:schemeClr val="accent1"/>
                </a:solidFill>
                <a:effectLst/>
                <a:uFillTx/>
                <a:latin typeface="Arial"/>
              </a:rPr>
              <a:t>”</a:t>
            </a:r>
            <a:endParaRPr b="0" lang="en-IN" sz="8000" strike="noStrike" u="none">
              <a:solidFill>
                <a:srgbClr val="ffffff"/>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bg>
      <p:bgPr>
        <a:solidFill>
          <a:srgbClr val="2c3c43"/>
        </a:solidFill>
      </p:bgPr>
    </p:bg>
    <p:spTree>
      <p:nvGrpSpPr>
        <p:cNvPr id="1" name=""/>
        <p:cNvGrpSpPr/>
        <p:nvPr/>
      </p:nvGrpSpPr>
      <p:grpSpPr>
        <a:xfrm>
          <a:off x="0" y="0"/>
          <a:ext cx="0" cy="0"/>
          <a:chOff x="0" y="0"/>
          <a:chExt cx="0" cy="0"/>
        </a:xfrm>
      </p:grpSpPr>
      <p:grpSp>
        <p:nvGrpSpPr>
          <p:cNvPr id="98" name="Group 7"/>
          <p:cNvGrpSpPr/>
          <p:nvPr/>
        </p:nvGrpSpPr>
        <p:grpSpPr>
          <a:xfrm>
            <a:off x="0" y="-8640"/>
            <a:ext cx="12191760" cy="6866640"/>
            <a:chOff x="0" y="-8640"/>
            <a:chExt cx="12191760" cy="6866640"/>
          </a:xfrm>
        </p:grpSpPr>
        <p:cxnSp>
          <p:nvCxnSpPr>
            <p:cNvPr id="99" name="Straight Connector 19"/>
            <p:cNvCxnSpPr/>
            <p:nvPr/>
          </p:nvCxnSpPr>
          <p:spPr>
            <a:xfrm>
              <a:off x="9370800" y="0"/>
              <a:ext cx="1219680" cy="6858360"/>
            </a:xfrm>
            <a:prstGeom prst="straightConnector1">
              <a:avLst/>
            </a:prstGeom>
            <a:ln cap="rnd" w="9525">
              <a:solidFill>
                <a:srgbClr val="000000">
                  <a:lumMod val="85000"/>
                  <a:lumOff val="15000"/>
                </a:srgbClr>
              </a:solidFill>
              <a:round/>
            </a:ln>
          </p:spPr>
        </p:cxnSp>
        <p:cxnSp>
          <p:nvCxnSpPr>
            <p:cNvPr id="100" name="Straight Connector 20"/>
            <p:cNvCxnSpPr/>
            <p:nvPr/>
          </p:nvCxnSpPr>
          <p:spPr>
            <a:xfrm flipH="1">
              <a:off x="7425000" y="3681360"/>
              <a:ext cx="4763880" cy="3177000"/>
            </a:xfrm>
            <a:prstGeom prst="straightConnector1">
              <a:avLst/>
            </a:prstGeom>
            <a:ln cap="rnd" w="9525">
              <a:solidFill>
                <a:srgbClr val="000000">
                  <a:lumMod val="85000"/>
                  <a:lumOff val="15000"/>
                </a:srgbClr>
              </a:solidFill>
              <a:round/>
            </a:ln>
          </p:spPr>
        </p:cxnSp>
        <p:sp>
          <p:nvSpPr>
            <p:cNvPr id="101"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02"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03"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04"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05"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06"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07"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08"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grpSp>
      <p:sp>
        <p:nvSpPr>
          <p:cNvPr id="109" name="PlaceHolder 1"/>
          <p:cNvSpPr>
            <a:spLocks noGrp="1"/>
          </p:cNvSpPr>
          <p:nvPr>
            <p:ph type="title"/>
          </p:nvPr>
        </p:nvSpPr>
        <p:spPr>
          <a:xfrm>
            <a:off x="685800" y="609480"/>
            <a:ext cx="8587800" cy="3022200"/>
          </a:xfrm>
          <a:prstGeom prst="rect">
            <a:avLst/>
          </a:prstGeom>
          <a:noFill/>
          <a:ln w="0">
            <a:noFill/>
          </a:ln>
        </p:spPr>
        <p:txBody>
          <a:bodyPr lIns="91440" rIns="91440" tIns="45720" bIns="45720" anchor="ctr">
            <a:normAutofit/>
          </a:bodyPr>
          <a:p>
            <a:pPr indent="0" defTabSz="457200">
              <a:lnSpc>
                <a:spcPct val="100000"/>
              </a:lnSpc>
              <a:buNone/>
            </a:pPr>
            <a:r>
              <a:rPr b="0" lang="en-US" sz="4400" strike="noStrike" u="none">
                <a:solidFill>
                  <a:schemeClr val="accent1"/>
                </a:solidFill>
                <a:effectLst/>
                <a:uFillTx/>
                <a:latin typeface="Trebuchet MS"/>
              </a:rPr>
              <a:t>Click to edit Master title style</a:t>
            </a:r>
            <a:endParaRPr b="0" lang="en-US" sz="4400" strike="noStrike" u="none">
              <a:solidFill>
                <a:schemeClr val="lt1"/>
              </a:solidFill>
              <a:effectLst/>
              <a:uFillTx/>
              <a:latin typeface="Trebuchet MS"/>
            </a:endParaRPr>
          </a:p>
        </p:txBody>
      </p:sp>
      <p:sp>
        <p:nvSpPr>
          <p:cNvPr id="110" name="PlaceHolder 2"/>
          <p:cNvSpPr>
            <a:spLocks noGrp="1"/>
          </p:cNvSpPr>
          <p:nvPr>
            <p:ph type="body"/>
          </p:nvPr>
        </p:nvSpPr>
        <p:spPr>
          <a:xfrm>
            <a:off x="677160" y="4013280"/>
            <a:ext cx="8596440" cy="5137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trike="noStrike" u="none">
                <a:solidFill>
                  <a:schemeClr val="accent1"/>
                </a:solidFill>
                <a:effectLst/>
                <a:uFillTx/>
                <a:latin typeface="Trebuchet MS"/>
              </a:rPr>
              <a:t>Edit Master text styles</a:t>
            </a:r>
            <a:endParaRPr b="0" lang="en-US" sz="2400" strike="noStrike" u="none">
              <a:solidFill>
                <a:schemeClr val="lt1">
                  <a:lumMod val="75000"/>
                  <a:lumOff val="25000"/>
                </a:schemeClr>
              </a:solidFill>
              <a:effectLst/>
              <a:uFillTx/>
              <a:latin typeface="Trebuchet MS"/>
            </a:endParaRPr>
          </a:p>
        </p:txBody>
      </p:sp>
      <p:sp>
        <p:nvSpPr>
          <p:cNvPr id="111" name="PlaceHolder 3"/>
          <p:cNvSpPr>
            <a:spLocks noGrp="1"/>
          </p:cNvSpPr>
          <p:nvPr>
            <p:ph type="body"/>
          </p:nvPr>
        </p:nvSpPr>
        <p:spPr>
          <a:xfrm>
            <a:off x="677160" y="4527360"/>
            <a:ext cx="8596440" cy="151344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trike="noStrike" u="none">
                <a:solidFill>
                  <a:schemeClr val="lt1">
                    <a:lumMod val="50000"/>
                    <a:lumOff val="50000"/>
                  </a:schemeClr>
                </a:solidFill>
                <a:effectLst/>
                <a:uFillTx/>
                <a:latin typeface="Trebuchet MS"/>
              </a:rPr>
              <a:t>Edit Master text styles</a:t>
            </a:r>
            <a:endParaRPr b="0" lang="en-US" sz="1800" strike="noStrike" u="none">
              <a:solidFill>
                <a:schemeClr val="lt1">
                  <a:lumMod val="75000"/>
                  <a:lumOff val="25000"/>
                </a:schemeClr>
              </a:solidFill>
              <a:effectLst/>
              <a:uFillTx/>
              <a:latin typeface="Trebuchet MS"/>
            </a:endParaRPr>
          </a:p>
        </p:txBody>
      </p:sp>
      <p:sp>
        <p:nvSpPr>
          <p:cNvPr id="112" name="PlaceHolder 4"/>
          <p:cNvSpPr>
            <a:spLocks noGrp="1"/>
          </p:cNvSpPr>
          <p:nvPr>
            <p:ph type="dt" idx="16"/>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lt1">
                    <a:tint val="75000"/>
                  </a:schemeClr>
                </a:solidFill>
                <a:effectLst/>
                <a:uFillTx/>
                <a:latin typeface="Trebuchet MS"/>
              </a:defRPr>
            </a:lvl1pPr>
          </a:lstStyle>
          <a:p>
            <a:pPr indent="0" algn="r" defTabSz="457200">
              <a:lnSpc>
                <a:spcPct val="100000"/>
              </a:lnSpc>
              <a:buNone/>
            </a:pPr>
            <a:r>
              <a:rPr b="0" lang="en-US" sz="900" strike="noStrike" u="none">
                <a:solidFill>
                  <a:schemeClr val="lt1">
                    <a:tint val="75000"/>
                  </a:schemeClr>
                </a:solidFill>
                <a:effectLst/>
                <a:uFillTx/>
                <a:latin typeface="Trebuchet MS"/>
              </a:rPr>
              <a:t>&lt;date/time&gt;</a:t>
            </a:r>
            <a:endParaRPr b="0" lang="en-IN" sz="900" strike="noStrike" u="none">
              <a:solidFill>
                <a:srgbClr val="ffffff"/>
              </a:solidFill>
              <a:effectLst/>
              <a:uFillTx/>
              <a:latin typeface="Times New Roman"/>
            </a:endParaRPr>
          </a:p>
        </p:txBody>
      </p:sp>
      <p:sp>
        <p:nvSpPr>
          <p:cNvPr id="113" name="PlaceHolder 5"/>
          <p:cNvSpPr>
            <a:spLocks noGrp="1"/>
          </p:cNvSpPr>
          <p:nvPr>
            <p:ph type="ftr" idx="17"/>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114" name="PlaceHolder 6"/>
          <p:cNvSpPr>
            <a:spLocks noGrp="1"/>
          </p:cNvSpPr>
          <p:nvPr>
            <p:ph type="sldNum" idx="18"/>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accent1"/>
                </a:solidFill>
                <a:effectLst/>
                <a:uFillTx/>
                <a:latin typeface="Trebuchet MS"/>
              </a:defRPr>
            </a:lvl1pPr>
          </a:lstStyle>
          <a:p>
            <a:pPr indent="0" algn="r" defTabSz="457200">
              <a:lnSpc>
                <a:spcPct val="100000"/>
              </a:lnSpc>
              <a:buNone/>
            </a:pPr>
            <a:fld id="{30A3E36F-55BC-4C2A-AD56-4D8A1FE803FE}" type="slidenum">
              <a:rPr b="0" lang="en-US" sz="900" strike="noStrike" u="none">
                <a:solidFill>
                  <a:schemeClr val="accent1"/>
                </a:solidFill>
                <a:effectLst/>
                <a:uFillTx/>
                <a:latin typeface="Trebuchet MS"/>
              </a:rPr>
              <a:t>&lt;number&gt;</a:t>
            </a:fld>
            <a:endParaRPr b="0" lang="en-IN" sz="900" strike="noStrike" u="none">
              <a:solidFill>
                <a:srgbClr val="ffffff"/>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2c3c43"/>
        </a:solidFill>
      </p:bgPr>
    </p:bg>
    <p:spTree>
      <p:nvGrpSpPr>
        <p:cNvPr id="1" name=""/>
        <p:cNvGrpSpPr/>
        <p:nvPr/>
      </p:nvGrpSpPr>
      <p:grpSpPr>
        <a:xfrm>
          <a:off x="0" y="0"/>
          <a:ext cx="0" cy="0"/>
          <a:chOff x="0" y="0"/>
          <a:chExt cx="0" cy="0"/>
        </a:xfrm>
      </p:grpSpPr>
      <p:grpSp>
        <p:nvGrpSpPr>
          <p:cNvPr id="115" name="Group 7"/>
          <p:cNvGrpSpPr/>
          <p:nvPr/>
        </p:nvGrpSpPr>
        <p:grpSpPr>
          <a:xfrm>
            <a:off x="0" y="-8640"/>
            <a:ext cx="12191760" cy="6866640"/>
            <a:chOff x="0" y="-8640"/>
            <a:chExt cx="12191760" cy="6866640"/>
          </a:xfrm>
        </p:grpSpPr>
        <p:cxnSp>
          <p:nvCxnSpPr>
            <p:cNvPr id="116" name="Straight Connector 19"/>
            <p:cNvCxnSpPr/>
            <p:nvPr/>
          </p:nvCxnSpPr>
          <p:spPr>
            <a:xfrm>
              <a:off x="9370800" y="0"/>
              <a:ext cx="1219680" cy="6858360"/>
            </a:xfrm>
            <a:prstGeom prst="straightConnector1">
              <a:avLst/>
            </a:prstGeom>
            <a:ln cap="rnd" w="9525">
              <a:solidFill>
                <a:srgbClr val="000000">
                  <a:lumMod val="85000"/>
                  <a:lumOff val="15000"/>
                </a:srgbClr>
              </a:solidFill>
              <a:round/>
            </a:ln>
          </p:spPr>
        </p:cxnSp>
        <p:cxnSp>
          <p:nvCxnSpPr>
            <p:cNvPr id="117" name="Straight Connector 20"/>
            <p:cNvCxnSpPr/>
            <p:nvPr/>
          </p:nvCxnSpPr>
          <p:spPr>
            <a:xfrm flipH="1">
              <a:off x="7425000" y="3681360"/>
              <a:ext cx="4763880" cy="3177000"/>
            </a:xfrm>
            <a:prstGeom prst="straightConnector1">
              <a:avLst/>
            </a:prstGeom>
            <a:ln cap="rnd" w="9525">
              <a:solidFill>
                <a:srgbClr val="000000">
                  <a:lumMod val="85000"/>
                  <a:lumOff val="15000"/>
                </a:srgbClr>
              </a:solidFill>
              <a:round/>
            </a:ln>
          </p:spPr>
        </p:cxnSp>
        <p:sp>
          <p:nvSpPr>
            <p:cNvPr id="118"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19"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20"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21"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22"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23"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24"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25"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grpSp>
      <p:sp>
        <p:nvSpPr>
          <p:cNvPr id="126"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trike="noStrike" u="none">
                <a:solidFill>
                  <a:schemeClr val="accent1"/>
                </a:solidFill>
                <a:effectLst/>
                <a:uFillTx/>
                <a:latin typeface="Trebuchet MS"/>
              </a:rPr>
              <a:t>Click to edit Master title style</a:t>
            </a:r>
            <a:endParaRPr b="0" lang="en-US" sz="3600" strike="noStrike" u="none">
              <a:solidFill>
                <a:schemeClr val="lt1"/>
              </a:solidFill>
              <a:effectLst/>
              <a:uFillTx/>
              <a:latin typeface="Trebuchet MS"/>
            </a:endParaRPr>
          </a:p>
        </p:txBody>
      </p:sp>
      <p:sp>
        <p:nvSpPr>
          <p:cNvPr id="127" name="PlaceHolder 2"/>
          <p:cNvSpPr>
            <a:spLocks noGrp="1"/>
          </p:cNvSpPr>
          <p:nvPr>
            <p:ph type="body"/>
          </p:nvPr>
        </p:nvSpPr>
        <p:spPr>
          <a:xfrm>
            <a:off x="677160" y="2160720"/>
            <a:ext cx="8596440" cy="388044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b="0" lang="en-US" sz="1800" strike="noStrike" u="none">
                <a:solidFill>
                  <a:schemeClr val="lt1">
                    <a:lumMod val="75000"/>
                    <a:lumOff val="25000"/>
                  </a:schemeClr>
                </a:solidFill>
                <a:effectLst/>
                <a:uFillTx/>
                <a:latin typeface="Trebuchet MS"/>
              </a:rPr>
              <a:t>Edit Master text styles</a:t>
            </a:r>
            <a:endParaRPr b="0" lang="en-US" sz="1800" strike="noStrike" u="none">
              <a:solidFill>
                <a:schemeClr val="lt1">
                  <a:lumMod val="75000"/>
                  <a:lumOff val="25000"/>
                </a:schemeClr>
              </a:solidFill>
              <a:effectLst/>
              <a:uFillTx/>
              <a:latin typeface="Trebuchet MS"/>
            </a:endParaRPr>
          </a:p>
          <a:p>
            <a:pPr lvl="1" marL="743040" indent="-285840" defTabSz="457200">
              <a:lnSpc>
                <a:spcPct val="100000"/>
              </a:lnSpc>
              <a:spcBef>
                <a:spcPts val="1001"/>
              </a:spcBef>
              <a:buClr>
                <a:srgbClr val="90c226"/>
              </a:buClr>
              <a:buSzPct val="80000"/>
              <a:buFont typeface="Wingdings 3" charset="2"/>
              <a:buChar char=""/>
            </a:pPr>
            <a:r>
              <a:rPr b="0" lang="en-US" sz="1600" strike="noStrike" u="none">
                <a:solidFill>
                  <a:schemeClr val="lt1">
                    <a:lumMod val="75000"/>
                    <a:lumOff val="25000"/>
                  </a:schemeClr>
                </a:solidFill>
                <a:effectLst/>
                <a:uFillTx/>
                <a:latin typeface="Trebuchet MS"/>
              </a:rPr>
              <a:t>Second level</a:t>
            </a:r>
            <a:endParaRPr b="0" lang="en-US" sz="1600" strike="noStrike" u="none">
              <a:solidFill>
                <a:schemeClr val="lt1">
                  <a:lumMod val="75000"/>
                  <a:lumOff val="25000"/>
                </a:schemeClr>
              </a:solidFill>
              <a:effectLst/>
              <a:uFillTx/>
              <a:latin typeface="Trebuchet MS"/>
            </a:endParaRPr>
          </a:p>
          <a:p>
            <a:pPr lvl="2" marL="1143000" indent="-228600" defTabSz="457200">
              <a:lnSpc>
                <a:spcPct val="100000"/>
              </a:lnSpc>
              <a:spcBef>
                <a:spcPts val="1001"/>
              </a:spcBef>
              <a:buClr>
                <a:srgbClr val="90c226"/>
              </a:buClr>
              <a:buSzPct val="80000"/>
              <a:buFont typeface="Wingdings 3" charset="2"/>
              <a:buChar char=""/>
            </a:pPr>
            <a:r>
              <a:rPr b="0" lang="en-US" sz="1400" strike="noStrike" u="none">
                <a:solidFill>
                  <a:schemeClr val="lt1">
                    <a:lumMod val="75000"/>
                    <a:lumOff val="25000"/>
                  </a:schemeClr>
                </a:solidFill>
                <a:effectLst/>
                <a:uFillTx/>
                <a:latin typeface="Trebuchet MS"/>
              </a:rPr>
              <a:t>Third level</a:t>
            </a:r>
            <a:endParaRPr b="0" lang="en-US" sz="1400" strike="noStrike" u="none">
              <a:solidFill>
                <a:schemeClr val="lt1">
                  <a:lumMod val="75000"/>
                  <a:lumOff val="25000"/>
                </a:schemeClr>
              </a:solidFill>
              <a:effectLst/>
              <a:uFillTx/>
              <a:latin typeface="Trebuchet MS"/>
            </a:endParaRPr>
          </a:p>
          <a:p>
            <a:pPr lvl="3" marL="1600200" indent="-228600" defTabSz="457200">
              <a:lnSpc>
                <a:spcPct val="100000"/>
              </a:lnSpc>
              <a:spcBef>
                <a:spcPts val="1001"/>
              </a:spcBef>
              <a:buClr>
                <a:srgbClr val="90c226"/>
              </a:buClr>
              <a:buSzPct val="80000"/>
              <a:buFont typeface="Wingdings 3" charset="2"/>
              <a:buChar char=""/>
            </a:pPr>
            <a:r>
              <a:rPr b="0" lang="en-US" sz="1200" strike="noStrike" u="none">
                <a:solidFill>
                  <a:schemeClr val="lt1">
                    <a:lumMod val="75000"/>
                    <a:lumOff val="25000"/>
                  </a:schemeClr>
                </a:solidFill>
                <a:effectLst/>
                <a:uFillTx/>
                <a:latin typeface="Trebuchet MS"/>
              </a:rPr>
              <a:t>Fourth level</a:t>
            </a:r>
            <a:endParaRPr b="0" lang="en-US" sz="1200" strike="noStrike" u="none">
              <a:solidFill>
                <a:schemeClr val="lt1">
                  <a:lumMod val="75000"/>
                  <a:lumOff val="25000"/>
                </a:schemeClr>
              </a:solidFill>
              <a:effectLst/>
              <a:uFillTx/>
              <a:latin typeface="Trebuchet MS"/>
            </a:endParaRPr>
          </a:p>
          <a:p>
            <a:pPr lvl="4" marL="2057400" indent="-228600" defTabSz="457200">
              <a:lnSpc>
                <a:spcPct val="100000"/>
              </a:lnSpc>
              <a:spcBef>
                <a:spcPts val="1001"/>
              </a:spcBef>
              <a:buClr>
                <a:srgbClr val="90c226"/>
              </a:buClr>
              <a:buSzPct val="80000"/>
              <a:buFont typeface="Wingdings 3" charset="2"/>
              <a:buChar char=""/>
            </a:pPr>
            <a:r>
              <a:rPr b="0" lang="en-US" sz="1200" strike="noStrike" u="none">
                <a:solidFill>
                  <a:schemeClr val="lt1">
                    <a:lumMod val="75000"/>
                    <a:lumOff val="25000"/>
                  </a:schemeClr>
                </a:solidFill>
                <a:effectLst/>
                <a:uFillTx/>
                <a:latin typeface="Trebuchet MS"/>
              </a:rPr>
              <a:t>Fifth level</a:t>
            </a:r>
            <a:endParaRPr b="0" lang="en-US" sz="1200" strike="noStrike" u="none">
              <a:solidFill>
                <a:schemeClr val="lt1">
                  <a:lumMod val="75000"/>
                  <a:lumOff val="25000"/>
                </a:schemeClr>
              </a:solidFill>
              <a:effectLst/>
              <a:uFillTx/>
              <a:latin typeface="Trebuchet MS"/>
            </a:endParaRPr>
          </a:p>
        </p:txBody>
      </p:sp>
      <p:sp>
        <p:nvSpPr>
          <p:cNvPr id="128" name="PlaceHolder 3"/>
          <p:cNvSpPr>
            <a:spLocks noGrp="1"/>
          </p:cNvSpPr>
          <p:nvPr>
            <p:ph type="dt" idx="19"/>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lt1">
                    <a:tint val="75000"/>
                  </a:schemeClr>
                </a:solidFill>
                <a:effectLst/>
                <a:uFillTx/>
                <a:latin typeface="Trebuchet MS"/>
              </a:defRPr>
            </a:lvl1pPr>
          </a:lstStyle>
          <a:p>
            <a:pPr indent="0" algn="r" defTabSz="457200">
              <a:lnSpc>
                <a:spcPct val="100000"/>
              </a:lnSpc>
              <a:buNone/>
            </a:pPr>
            <a:r>
              <a:rPr b="0" lang="en-US" sz="900" strike="noStrike" u="none">
                <a:solidFill>
                  <a:schemeClr val="lt1">
                    <a:tint val="75000"/>
                  </a:schemeClr>
                </a:solidFill>
                <a:effectLst/>
                <a:uFillTx/>
                <a:latin typeface="Trebuchet MS"/>
              </a:rPr>
              <a:t>&lt;date/time&gt;</a:t>
            </a:r>
            <a:endParaRPr b="0" lang="en-IN" sz="900" strike="noStrike" u="none">
              <a:solidFill>
                <a:srgbClr val="ffffff"/>
              </a:solidFill>
              <a:effectLst/>
              <a:uFillTx/>
              <a:latin typeface="Times New Roman"/>
            </a:endParaRPr>
          </a:p>
        </p:txBody>
      </p:sp>
      <p:sp>
        <p:nvSpPr>
          <p:cNvPr id="129" name="PlaceHolder 4"/>
          <p:cNvSpPr>
            <a:spLocks noGrp="1"/>
          </p:cNvSpPr>
          <p:nvPr>
            <p:ph type="ftr" idx="20"/>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130" name="PlaceHolder 5"/>
          <p:cNvSpPr>
            <a:spLocks noGrp="1"/>
          </p:cNvSpPr>
          <p:nvPr>
            <p:ph type="sldNum" idx="21"/>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accent1"/>
                </a:solidFill>
                <a:effectLst/>
                <a:uFillTx/>
                <a:latin typeface="Trebuchet MS"/>
              </a:defRPr>
            </a:lvl1pPr>
          </a:lstStyle>
          <a:p>
            <a:pPr indent="0" algn="r" defTabSz="457200">
              <a:lnSpc>
                <a:spcPct val="100000"/>
              </a:lnSpc>
              <a:buNone/>
            </a:pPr>
            <a:fld id="{C6D9525B-6677-45FF-A822-DDE4E8EE1BD4}" type="slidenum">
              <a:rPr b="0" lang="en-US" sz="900" strike="noStrike" u="none">
                <a:solidFill>
                  <a:schemeClr val="accent1"/>
                </a:solidFill>
                <a:effectLst/>
                <a:uFillTx/>
                <a:latin typeface="Trebuchet MS"/>
              </a:rPr>
              <a:t>&lt;number&gt;</a:t>
            </a:fld>
            <a:endParaRPr b="0" lang="en-IN" sz="900" strike="noStrike" u="none">
              <a:solidFill>
                <a:srgbClr val="ffffff"/>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2c3c43"/>
        </a:solidFill>
      </p:bgPr>
    </p:bg>
    <p:spTree>
      <p:nvGrpSpPr>
        <p:cNvPr id="1" name=""/>
        <p:cNvGrpSpPr/>
        <p:nvPr/>
      </p:nvGrpSpPr>
      <p:grpSpPr>
        <a:xfrm>
          <a:off x="0" y="0"/>
          <a:ext cx="0" cy="0"/>
          <a:chOff x="0" y="0"/>
          <a:chExt cx="0" cy="0"/>
        </a:xfrm>
      </p:grpSpPr>
      <p:grpSp>
        <p:nvGrpSpPr>
          <p:cNvPr id="131" name="Group 7"/>
          <p:cNvGrpSpPr/>
          <p:nvPr/>
        </p:nvGrpSpPr>
        <p:grpSpPr>
          <a:xfrm>
            <a:off x="0" y="-8640"/>
            <a:ext cx="12191760" cy="6866640"/>
            <a:chOff x="0" y="-8640"/>
            <a:chExt cx="12191760" cy="6866640"/>
          </a:xfrm>
        </p:grpSpPr>
        <p:cxnSp>
          <p:nvCxnSpPr>
            <p:cNvPr id="132" name="Straight Connector 19"/>
            <p:cNvCxnSpPr/>
            <p:nvPr/>
          </p:nvCxnSpPr>
          <p:spPr>
            <a:xfrm>
              <a:off x="9370800" y="0"/>
              <a:ext cx="1219680" cy="6858360"/>
            </a:xfrm>
            <a:prstGeom prst="straightConnector1">
              <a:avLst/>
            </a:prstGeom>
            <a:ln cap="rnd" w="9525">
              <a:solidFill>
                <a:srgbClr val="000000">
                  <a:lumMod val="85000"/>
                  <a:lumOff val="15000"/>
                </a:srgbClr>
              </a:solidFill>
              <a:round/>
            </a:ln>
          </p:spPr>
        </p:cxnSp>
        <p:cxnSp>
          <p:nvCxnSpPr>
            <p:cNvPr id="133" name="Straight Connector 20"/>
            <p:cNvCxnSpPr/>
            <p:nvPr/>
          </p:nvCxnSpPr>
          <p:spPr>
            <a:xfrm flipH="1">
              <a:off x="7425000" y="3681360"/>
              <a:ext cx="4763880" cy="3177000"/>
            </a:xfrm>
            <a:prstGeom prst="straightConnector1">
              <a:avLst/>
            </a:prstGeom>
            <a:ln cap="rnd" w="9525">
              <a:solidFill>
                <a:srgbClr val="000000">
                  <a:lumMod val="85000"/>
                  <a:lumOff val="15000"/>
                </a:srgbClr>
              </a:solidFill>
              <a:round/>
            </a:ln>
          </p:spPr>
        </p:cxnSp>
        <p:sp>
          <p:nvSpPr>
            <p:cNvPr id="134"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35"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36"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37"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38"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39"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40"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41"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grpSp>
      <p:sp>
        <p:nvSpPr>
          <p:cNvPr id="142" name="PlaceHolder 1"/>
          <p:cNvSpPr>
            <a:spLocks noGrp="1"/>
          </p:cNvSpPr>
          <p:nvPr>
            <p:ph type="title"/>
          </p:nvPr>
        </p:nvSpPr>
        <p:spPr>
          <a:xfrm>
            <a:off x="7967520" y="609480"/>
            <a:ext cx="1304280" cy="5250960"/>
          </a:xfrm>
          <a:prstGeom prst="rect">
            <a:avLst/>
          </a:prstGeom>
          <a:noFill/>
          <a:ln w="0">
            <a:noFill/>
          </a:ln>
        </p:spPr>
        <p:txBody>
          <a:bodyPr lIns="91440" rIns="91440" tIns="45720" bIns="45720" anchor="ctr" vert="eaVert">
            <a:noAutofit/>
          </a:bodyPr>
          <a:p>
            <a:pPr indent="0" defTabSz="457200">
              <a:lnSpc>
                <a:spcPct val="100000"/>
              </a:lnSpc>
              <a:buNone/>
            </a:pPr>
            <a:r>
              <a:rPr b="0" lang="en-US" sz="3600" strike="noStrike" u="none">
                <a:solidFill>
                  <a:schemeClr val="accent1"/>
                </a:solidFill>
                <a:effectLst/>
                <a:uFillTx/>
                <a:latin typeface="Trebuchet MS"/>
              </a:rPr>
              <a:t>Click to edit Master title style</a:t>
            </a:r>
            <a:endParaRPr b="0" lang="en-US" sz="3600" strike="noStrike" u="none">
              <a:solidFill>
                <a:schemeClr val="lt1"/>
              </a:solidFill>
              <a:effectLst/>
              <a:uFillTx/>
              <a:latin typeface="Trebuchet MS"/>
            </a:endParaRPr>
          </a:p>
        </p:txBody>
      </p:sp>
      <p:sp>
        <p:nvSpPr>
          <p:cNvPr id="143" name="PlaceHolder 2"/>
          <p:cNvSpPr>
            <a:spLocks noGrp="1"/>
          </p:cNvSpPr>
          <p:nvPr>
            <p:ph type="body"/>
          </p:nvPr>
        </p:nvSpPr>
        <p:spPr>
          <a:xfrm>
            <a:off x="677160" y="609480"/>
            <a:ext cx="7059960" cy="525096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b="0" lang="en-US" sz="1800" strike="noStrike" u="none">
                <a:solidFill>
                  <a:schemeClr val="lt1">
                    <a:lumMod val="75000"/>
                    <a:lumOff val="25000"/>
                  </a:schemeClr>
                </a:solidFill>
                <a:effectLst/>
                <a:uFillTx/>
                <a:latin typeface="Trebuchet MS"/>
              </a:rPr>
              <a:t>Edit Master text styles</a:t>
            </a:r>
            <a:endParaRPr b="0" lang="en-US" sz="1800" strike="noStrike" u="none">
              <a:solidFill>
                <a:schemeClr val="lt1">
                  <a:lumMod val="75000"/>
                  <a:lumOff val="25000"/>
                </a:schemeClr>
              </a:solidFill>
              <a:effectLst/>
              <a:uFillTx/>
              <a:latin typeface="Trebuchet MS"/>
            </a:endParaRPr>
          </a:p>
          <a:p>
            <a:pPr lvl="1" marL="743040" indent="-285840" defTabSz="457200">
              <a:lnSpc>
                <a:spcPct val="100000"/>
              </a:lnSpc>
              <a:spcBef>
                <a:spcPts val="1001"/>
              </a:spcBef>
              <a:buClr>
                <a:srgbClr val="90c226"/>
              </a:buClr>
              <a:buSzPct val="80000"/>
              <a:buFont typeface="Wingdings 3" charset="2"/>
              <a:buChar char=""/>
            </a:pPr>
            <a:r>
              <a:rPr b="0" lang="en-US" sz="1600" strike="noStrike" u="none">
                <a:solidFill>
                  <a:schemeClr val="lt1">
                    <a:lumMod val="75000"/>
                    <a:lumOff val="25000"/>
                  </a:schemeClr>
                </a:solidFill>
                <a:effectLst/>
                <a:uFillTx/>
                <a:latin typeface="Trebuchet MS"/>
              </a:rPr>
              <a:t>Second level</a:t>
            </a:r>
            <a:endParaRPr b="0" lang="en-US" sz="1600" strike="noStrike" u="none">
              <a:solidFill>
                <a:schemeClr val="lt1">
                  <a:lumMod val="75000"/>
                  <a:lumOff val="25000"/>
                </a:schemeClr>
              </a:solidFill>
              <a:effectLst/>
              <a:uFillTx/>
              <a:latin typeface="Trebuchet MS"/>
            </a:endParaRPr>
          </a:p>
          <a:p>
            <a:pPr lvl="2" marL="1143000" indent="-228600" defTabSz="457200">
              <a:lnSpc>
                <a:spcPct val="100000"/>
              </a:lnSpc>
              <a:spcBef>
                <a:spcPts val="1001"/>
              </a:spcBef>
              <a:buClr>
                <a:srgbClr val="90c226"/>
              </a:buClr>
              <a:buSzPct val="80000"/>
              <a:buFont typeface="Wingdings 3" charset="2"/>
              <a:buChar char=""/>
            </a:pPr>
            <a:r>
              <a:rPr b="0" lang="en-US" sz="1400" strike="noStrike" u="none">
                <a:solidFill>
                  <a:schemeClr val="lt1">
                    <a:lumMod val="75000"/>
                    <a:lumOff val="25000"/>
                  </a:schemeClr>
                </a:solidFill>
                <a:effectLst/>
                <a:uFillTx/>
                <a:latin typeface="Trebuchet MS"/>
              </a:rPr>
              <a:t>Third level</a:t>
            </a:r>
            <a:endParaRPr b="0" lang="en-US" sz="1400" strike="noStrike" u="none">
              <a:solidFill>
                <a:schemeClr val="lt1">
                  <a:lumMod val="75000"/>
                  <a:lumOff val="25000"/>
                </a:schemeClr>
              </a:solidFill>
              <a:effectLst/>
              <a:uFillTx/>
              <a:latin typeface="Trebuchet MS"/>
            </a:endParaRPr>
          </a:p>
          <a:p>
            <a:pPr lvl="3" marL="1600200" indent="-228600" defTabSz="457200">
              <a:lnSpc>
                <a:spcPct val="100000"/>
              </a:lnSpc>
              <a:spcBef>
                <a:spcPts val="1001"/>
              </a:spcBef>
              <a:buClr>
                <a:srgbClr val="90c226"/>
              </a:buClr>
              <a:buSzPct val="80000"/>
              <a:buFont typeface="Wingdings 3" charset="2"/>
              <a:buChar char=""/>
            </a:pPr>
            <a:r>
              <a:rPr b="0" lang="en-US" sz="1200" strike="noStrike" u="none">
                <a:solidFill>
                  <a:schemeClr val="lt1">
                    <a:lumMod val="75000"/>
                    <a:lumOff val="25000"/>
                  </a:schemeClr>
                </a:solidFill>
                <a:effectLst/>
                <a:uFillTx/>
                <a:latin typeface="Trebuchet MS"/>
              </a:rPr>
              <a:t>Fourth level</a:t>
            </a:r>
            <a:endParaRPr b="0" lang="en-US" sz="1200" strike="noStrike" u="none">
              <a:solidFill>
                <a:schemeClr val="lt1">
                  <a:lumMod val="75000"/>
                  <a:lumOff val="25000"/>
                </a:schemeClr>
              </a:solidFill>
              <a:effectLst/>
              <a:uFillTx/>
              <a:latin typeface="Trebuchet MS"/>
            </a:endParaRPr>
          </a:p>
          <a:p>
            <a:pPr lvl="4" marL="2057400" indent="-228600" defTabSz="457200">
              <a:lnSpc>
                <a:spcPct val="100000"/>
              </a:lnSpc>
              <a:spcBef>
                <a:spcPts val="1001"/>
              </a:spcBef>
              <a:buClr>
                <a:srgbClr val="90c226"/>
              </a:buClr>
              <a:buSzPct val="80000"/>
              <a:buFont typeface="Wingdings 3" charset="2"/>
              <a:buChar char=""/>
            </a:pPr>
            <a:r>
              <a:rPr b="0" lang="en-US" sz="1200" strike="noStrike" u="none">
                <a:solidFill>
                  <a:schemeClr val="lt1">
                    <a:lumMod val="75000"/>
                    <a:lumOff val="25000"/>
                  </a:schemeClr>
                </a:solidFill>
                <a:effectLst/>
                <a:uFillTx/>
                <a:latin typeface="Trebuchet MS"/>
              </a:rPr>
              <a:t>Fifth level</a:t>
            </a:r>
            <a:endParaRPr b="0" lang="en-US" sz="1200" strike="noStrike" u="none">
              <a:solidFill>
                <a:schemeClr val="lt1">
                  <a:lumMod val="75000"/>
                  <a:lumOff val="25000"/>
                </a:schemeClr>
              </a:solidFill>
              <a:effectLst/>
              <a:uFillTx/>
              <a:latin typeface="Trebuchet MS"/>
            </a:endParaRPr>
          </a:p>
        </p:txBody>
      </p:sp>
      <p:sp>
        <p:nvSpPr>
          <p:cNvPr id="144" name="PlaceHolder 3"/>
          <p:cNvSpPr>
            <a:spLocks noGrp="1"/>
          </p:cNvSpPr>
          <p:nvPr>
            <p:ph type="dt" idx="22"/>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lt1">
                    <a:tint val="75000"/>
                  </a:schemeClr>
                </a:solidFill>
                <a:effectLst/>
                <a:uFillTx/>
                <a:latin typeface="Trebuchet MS"/>
              </a:defRPr>
            </a:lvl1pPr>
          </a:lstStyle>
          <a:p>
            <a:pPr indent="0" algn="r" defTabSz="457200">
              <a:lnSpc>
                <a:spcPct val="100000"/>
              </a:lnSpc>
              <a:buNone/>
            </a:pPr>
            <a:r>
              <a:rPr b="0" lang="en-US" sz="900" strike="noStrike" u="none">
                <a:solidFill>
                  <a:schemeClr val="lt1">
                    <a:tint val="75000"/>
                  </a:schemeClr>
                </a:solidFill>
                <a:effectLst/>
                <a:uFillTx/>
                <a:latin typeface="Trebuchet MS"/>
              </a:rPr>
              <a:t>&lt;date/time&gt;</a:t>
            </a:r>
            <a:endParaRPr b="0" lang="en-IN" sz="900" strike="noStrike" u="none">
              <a:solidFill>
                <a:srgbClr val="ffffff"/>
              </a:solidFill>
              <a:effectLst/>
              <a:uFillTx/>
              <a:latin typeface="Times New Roman"/>
            </a:endParaRPr>
          </a:p>
        </p:txBody>
      </p:sp>
      <p:sp>
        <p:nvSpPr>
          <p:cNvPr id="145" name="PlaceHolder 4"/>
          <p:cNvSpPr>
            <a:spLocks noGrp="1"/>
          </p:cNvSpPr>
          <p:nvPr>
            <p:ph type="ftr" idx="23"/>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146" name="PlaceHolder 5"/>
          <p:cNvSpPr>
            <a:spLocks noGrp="1"/>
          </p:cNvSpPr>
          <p:nvPr>
            <p:ph type="sldNum" idx="24"/>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accent1"/>
                </a:solidFill>
                <a:effectLst/>
                <a:uFillTx/>
                <a:latin typeface="Trebuchet MS"/>
              </a:defRPr>
            </a:lvl1pPr>
          </a:lstStyle>
          <a:p>
            <a:pPr indent="0" algn="r" defTabSz="457200">
              <a:lnSpc>
                <a:spcPct val="100000"/>
              </a:lnSpc>
              <a:buNone/>
            </a:pPr>
            <a:fld id="{159EBF7A-593D-48DA-92CA-D030AD163B64}" type="slidenum">
              <a:rPr b="0" lang="en-US" sz="900" strike="noStrike" u="none">
                <a:solidFill>
                  <a:schemeClr val="accent1"/>
                </a:solidFill>
                <a:effectLst/>
                <a:uFillTx/>
                <a:latin typeface="Trebuchet MS"/>
              </a:rPr>
              <a:t>&lt;number&gt;</a:t>
            </a:fld>
            <a:endParaRPr b="0" lang="en-IN" sz="900" strike="noStrike" u="none">
              <a:solidFill>
                <a:srgbClr val="ffffff"/>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2c3c43"/>
        </a:solidFill>
      </p:bgPr>
    </p:bg>
    <p:spTree>
      <p:nvGrpSpPr>
        <p:cNvPr id="1" name=""/>
        <p:cNvGrpSpPr/>
        <p:nvPr/>
      </p:nvGrpSpPr>
      <p:grpSpPr>
        <a:xfrm>
          <a:off x="0" y="0"/>
          <a:ext cx="0" cy="0"/>
          <a:chOff x="0" y="0"/>
          <a:chExt cx="0" cy="0"/>
        </a:xfrm>
      </p:grpSpPr>
      <p:grpSp>
        <p:nvGrpSpPr>
          <p:cNvPr id="196" name="Group 7"/>
          <p:cNvGrpSpPr/>
          <p:nvPr/>
        </p:nvGrpSpPr>
        <p:grpSpPr>
          <a:xfrm>
            <a:off x="0" y="-8640"/>
            <a:ext cx="12191760" cy="6866640"/>
            <a:chOff x="0" y="-8640"/>
            <a:chExt cx="12191760" cy="6866640"/>
          </a:xfrm>
        </p:grpSpPr>
        <p:cxnSp>
          <p:nvCxnSpPr>
            <p:cNvPr id="197" name="Straight Connector 19"/>
            <p:cNvCxnSpPr/>
            <p:nvPr/>
          </p:nvCxnSpPr>
          <p:spPr>
            <a:xfrm>
              <a:off x="9370800" y="0"/>
              <a:ext cx="1219680" cy="6858360"/>
            </a:xfrm>
            <a:prstGeom prst="straightConnector1">
              <a:avLst/>
            </a:prstGeom>
            <a:ln cap="rnd" w="9525">
              <a:solidFill>
                <a:srgbClr val="000000">
                  <a:lumMod val="85000"/>
                  <a:lumOff val="15000"/>
                </a:srgbClr>
              </a:solidFill>
              <a:round/>
            </a:ln>
          </p:spPr>
        </p:cxnSp>
        <p:cxnSp>
          <p:nvCxnSpPr>
            <p:cNvPr id="198" name="Straight Connector 20"/>
            <p:cNvCxnSpPr/>
            <p:nvPr/>
          </p:nvCxnSpPr>
          <p:spPr>
            <a:xfrm flipH="1">
              <a:off x="7425000" y="3681360"/>
              <a:ext cx="4763880" cy="3177000"/>
            </a:xfrm>
            <a:prstGeom prst="straightConnector1">
              <a:avLst/>
            </a:prstGeom>
            <a:ln cap="rnd" w="9525">
              <a:solidFill>
                <a:srgbClr val="000000">
                  <a:lumMod val="85000"/>
                  <a:lumOff val="15000"/>
                </a:srgbClr>
              </a:solidFill>
              <a:round/>
            </a:ln>
          </p:spPr>
        </p:cxnSp>
        <p:sp>
          <p:nvSpPr>
            <p:cNvPr id="199"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00"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01"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02"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03"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04"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05"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06"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grpSp>
      <p:sp>
        <p:nvSpPr>
          <p:cNvPr id="207"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trike="noStrike" u="none">
                <a:solidFill>
                  <a:schemeClr val="accent1"/>
                </a:solidFill>
                <a:effectLst/>
                <a:uFillTx/>
                <a:latin typeface="Trebuchet MS"/>
              </a:rPr>
              <a:t>Click to edit Master title style</a:t>
            </a:r>
            <a:endParaRPr b="0" lang="en-US" sz="3600" strike="noStrike" u="none">
              <a:solidFill>
                <a:schemeClr val="lt1"/>
              </a:solidFill>
              <a:effectLst/>
              <a:uFillTx/>
              <a:latin typeface="Trebuchet MS"/>
            </a:endParaRPr>
          </a:p>
        </p:txBody>
      </p:sp>
      <p:sp>
        <p:nvSpPr>
          <p:cNvPr id="208" name="PlaceHolder 2"/>
          <p:cNvSpPr>
            <a:spLocks noGrp="1"/>
          </p:cNvSpPr>
          <p:nvPr>
            <p:ph type="body"/>
          </p:nvPr>
        </p:nvSpPr>
        <p:spPr>
          <a:xfrm>
            <a:off x="675720" y="2161080"/>
            <a:ext cx="4185360" cy="576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trike="noStrike" u="none">
                <a:solidFill>
                  <a:schemeClr val="lt1">
                    <a:lumMod val="75000"/>
                    <a:lumOff val="25000"/>
                  </a:schemeClr>
                </a:solidFill>
                <a:effectLst/>
                <a:uFillTx/>
                <a:latin typeface="Trebuchet MS"/>
              </a:rPr>
              <a:t>Edit Master text styles</a:t>
            </a:r>
            <a:endParaRPr b="0" lang="en-US" sz="2400" strike="noStrike" u="none">
              <a:solidFill>
                <a:schemeClr val="lt1">
                  <a:lumMod val="75000"/>
                  <a:lumOff val="25000"/>
                </a:schemeClr>
              </a:solidFill>
              <a:effectLst/>
              <a:uFillTx/>
              <a:latin typeface="Trebuchet MS"/>
            </a:endParaRPr>
          </a:p>
        </p:txBody>
      </p:sp>
      <p:sp>
        <p:nvSpPr>
          <p:cNvPr id="209" name="PlaceHolder 3"/>
          <p:cNvSpPr>
            <a:spLocks noGrp="1"/>
          </p:cNvSpPr>
          <p:nvPr>
            <p:ph type="body"/>
          </p:nvPr>
        </p:nvSpPr>
        <p:spPr>
          <a:xfrm>
            <a:off x="675720" y="2737080"/>
            <a:ext cx="4185360" cy="33037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b="0" lang="en-US" sz="1800" strike="noStrike" u="none">
                <a:solidFill>
                  <a:schemeClr val="lt1">
                    <a:lumMod val="75000"/>
                    <a:lumOff val="25000"/>
                  </a:schemeClr>
                </a:solidFill>
                <a:effectLst/>
                <a:uFillTx/>
                <a:latin typeface="Trebuchet MS"/>
              </a:rPr>
              <a:t>Edit Master text styles</a:t>
            </a:r>
            <a:endParaRPr b="0" lang="en-US" sz="1800" strike="noStrike" u="none">
              <a:solidFill>
                <a:schemeClr val="lt1">
                  <a:lumMod val="75000"/>
                  <a:lumOff val="25000"/>
                </a:schemeClr>
              </a:solidFill>
              <a:effectLst/>
              <a:uFillTx/>
              <a:latin typeface="Trebuchet MS"/>
            </a:endParaRPr>
          </a:p>
          <a:p>
            <a:pPr lvl="1" marL="743040" indent="-285840" defTabSz="457200">
              <a:lnSpc>
                <a:spcPct val="100000"/>
              </a:lnSpc>
              <a:spcBef>
                <a:spcPts val="1001"/>
              </a:spcBef>
              <a:buClr>
                <a:srgbClr val="90c226"/>
              </a:buClr>
              <a:buSzPct val="80000"/>
              <a:buFont typeface="Wingdings 3" charset="2"/>
              <a:buChar char=""/>
            </a:pPr>
            <a:r>
              <a:rPr b="0" lang="en-US" sz="1600" strike="noStrike" u="none">
                <a:solidFill>
                  <a:schemeClr val="lt1">
                    <a:lumMod val="75000"/>
                    <a:lumOff val="25000"/>
                  </a:schemeClr>
                </a:solidFill>
                <a:effectLst/>
                <a:uFillTx/>
                <a:latin typeface="Trebuchet MS"/>
              </a:rPr>
              <a:t>Second level</a:t>
            </a:r>
            <a:endParaRPr b="0" lang="en-US" sz="1600" strike="noStrike" u="none">
              <a:solidFill>
                <a:schemeClr val="lt1">
                  <a:lumMod val="75000"/>
                  <a:lumOff val="25000"/>
                </a:schemeClr>
              </a:solidFill>
              <a:effectLst/>
              <a:uFillTx/>
              <a:latin typeface="Trebuchet MS"/>
            </a:endParaRPr>
          </a:p>
          <a:p>
            <a:pPr lvl="2" marL="1143000" indent="-228600" defTabSz="457200">
              <a:lnSpc>
                <a:spcPct val="100000"/>
              </a:lnSpc>
              <a:spcBef>
                <a:spcPts val="1001"/>
              </a:spcBef>
              <a:buClr>
                <a:srgbClr val="90c226"/>
              </a:buClr>
              <a:buSzPct val="80000"/>
              <a:buFont typeface="Wingdings 3" charset="2"/>
              <a:buChar char=""/>
            </a:pPr>
            <a:r>
              <a:rPr b="0" lang="en-US" sz="1400" strike="noStrike" u="none">
                <a:solidFill>
                  <a:schemeClr val="lt1">
                    <a:lumMod val="75000"/>
                    <a:lumOff val="25000"/>
                  </a:schemeClr>
                </a:solidFill>
                <a:effectLst/>
                <a:uFillTx/>
                <a:latin typeface="Trebuchet MS"/>
              </a:rPr>
              <a:t>Third level</a:t>
            </a:r>
            <a:endParaRPr b="0" lang="en-US" sz="1400" strike="noStrike" u="none">
              <a:solidFill>
                <a:schemeClr val="lt1">
                  <a:lumMod val="75000"/>
                  <a:lumOff val="25000"/>
                </a:schemeClr>
              </a:solidFill>
              <a:effectLst/>
              <a:uFillTx/>
              <a:latin typeface="Trebuchet MS"/>
            </a:endParaRPr>
          </a:p>
          <a:p>
            <a:pPr lvl="3" marL="1600200" indent="-228600" defTabSz="457200">
              <a:lnSpc>
                <a:spcPct val="100000"/>
              </a:lnSpc>
              <a:spcBef>
                <a:spcPts val="1001"/>
              </a:spcBef>
              <a:buClr>
                <a:srgbClr val="90c226"/>
              </a:buClr>
              <a:buSzPct val="80000"/>
              <a:buFont typeface="Wingdings 3" charset="2"/>
              <a:buChar char=""/>
            </a:pPr>
            <a:r>
              <a:rPr b="0" lang="en-US" sz="1200" strike="noStrike" u="none">
                <a:solidFill>
                  <a:schemeClr val="lt1">
                    <a:lumMod val="75000"/>
                    <a:lumOff val="25000"/>
                  </a:schemeClr>
                </a:solidFill>
                <a:effectLst/>
                <a:uFillTx/>
                <a:latin typeface="Trebuchet MS"/>
              </a:rPr>
              <a:t>Fourth level</a:t>
            </a:r>
            <a:endParaRPr b="0" lang="en-US" sz="1200" strike="noStrike" u="none">
              <a:solidFill>
                <a:schemeClr val="lt1">
                  <a:lumMod val="75000"/>
                  <a:lumOff val="25000"/>
                </a:schemeClr>
              </a:solidFill>
              <a:effectLst/>
              <a:uFillTx/>
              <a:latin typeface="Trebuchet MS"/>
            </a:endParaRPr>
          </a:p>
          <a:p>
            <a:pPr lvl="4" marL="2057400" indent="-228600" defTabSz="457200">
              <a:lnSpc>
                <a:spcPct val="100000"/>
              </a:lnSpc>
              <a:spcBef>
                <a:spcPts val="1001"/>
              </a:spcBef>
              <a:buClr>
                <a:srgbClr val="90c226"/>
              </a:buClr>
              <a:buSzPct val="80000"/>
              <a:buFont typeface="Wingdings 3" charset="2"/>
              <a:buChar char=""/>
            </a:pPr>
            <a:r>
              <a:rPr b="0" lang="en-US" sz="1200" strike="noStrike" u="none">
                <a:solidFill>
                  <a:schemeClr val="lt1">
                    <a:lumMod val="75000"/>
                    <a:lumOff val="25000"/>
                  </a:schemeClr>
                </a:solidFill>
                <a:effectLst/>
                <a:uFillTx/>
                <a:latin typeface="Trebuchet MS"/>
              </a:rPr>
              <a:t>Fifth level</a:t>
            </a:r>
            <a:endParaRPr b="0" lang="en-US" sz="1200" strike="noStrike" u="none">
              <a:solidFill>
                <a:schemeClr val="lt1">
                  <a:lumMod val="75000"/>
                  <a:lumOff val="25000"/>
                </a:schemeClr>
              </a:solidFill>
              <a:effectLst/>
              <a:uFillTx/>
              <a:latin typeface="Trebuchet MS"/>
            </a:endParaRPr>
          </a:p>
        </p:txBody>
      </p:sp>
      <p:sp>
        <p:nvSpPr>
          <p:cNvPr id="210" name="PlaceHolder 4"/>
          <p:cNvSpPr>
            <a:spLocks noGrp="1"/>
          </p:cNvSpPr>
          <p:nvPr>
            <p:ph type="body"/>
          </p:nvPr>
        </p:nvSpPr>
        <p:spPr>
          <a:xfrm>
            <a:off x="5088240" y="2161080"/>
            <a:ext cx="4185360" cy="576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trike="noStrike" u="none">
                <a:solidFill>
                  <a:schemeClr val="lt1">
                    <a:lumMod val="75000"/>
                    <a:lumOff val="25000"/>
                  </a:schemeClr>
                </a:solidFill>
                <a:effectLst/>
                <a:uFillTx/>
                <a:latin typeface="Trebuchet MS"/>
              </a:rPr>
              <a:t>Edit Master text styles</a:t>
            </a:r>
            <a:endParaRPr b="0" lang="en-US" sz="2400" strike="noStrike" u="none">
              <a:solidFill>
                <a:schemeClr val="lt1">
                  <a:lumMod val="75000"/>
                  <a:lumOff val="25000"/>
                </a:schemeClr>
              </a:solidFill>
              <a:effectLst/>
              <a:uFillTx/>
              <a:latin typeface="Trebuchet MS"/>
            </a:endParaRPr>
          </a:p>
        </p:txBody>
      </p:sp>
      <p:sp>
        <p:nvSpPr>
          <p:cNvPr id="211" name="PlaceHolder 5"/>
          <p:cNvSpPr>
            <a:spLocks noGrp="1"/>
          </p:cNvSpPr>
          <p:nvPr>
            <p:ph type="body"/>
          </p:nvPr>
        </p:nvSpPr>
        <p:spPr>
          <a:xfrm>
            <a:off x="5088240" y="2737080"/>
            <a:ext cx="4185360" cy="33037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b="0" lang="en-US" sz="1800" strike="noStrike" u="none">
                <a:solidFill>
                  <a:schemeClr val="lt1">
                    <a:lumMod val="75000"/>
                    <a:lumOff val="25000"/>
                  </a:schemeClr>
                </a:solidFill>
                <a:effectLst/>
                <a:uFillTx/>
                <a:latin typeface="Trebuchet MS"/>
              </a:rPr>
              <a:t>Edit Master text styles</a:t>
            </a:r>
            <a:endParaRPr b="0" lang="en-US" sz="1800" strike="noStrike" u="none">
              <a:solidFill>
                <a:schemeClr val="lt1">
                  <a:lumMod val="75000"/>
                  <a:lumOff val="25000"/>
                </a:schemeClr>
              </a:solidFill>
              <a:effectLst/>
              <a:uFillTx/>
              <a:latin typeface="Trebuchet MS"/>
            </a:endParaRPr>
          </a:p>
          <a:p>
            <a:pPr lvl="1" marL="743040" indent="-285840" defTabSz="457200">
              <a:lnSpc>
                <a:spcPct val="100000"/>
              </a:lnSpc>
              <a:spcBef>
                <a:spcPts val="1001"/>
              </a:spcBef>
              <a:buClr>
                <a:srgbClr val="90c226"/>
              </a:buClr>
              <a:buSzPct val="80000"/>
              <a:buFont typeface="Wingdings 3" charset="2"/>
              <a:buChar char=""/>
            </a:pPr>
            <a:r>
              <a:rPr b="0" lang="en-US" sz="1600" strike="noStrike" u="none">
                <a:solidFill>
                  <a:schemeClr val="lt1">
                    <a:lumMod val="75000"/>
                    <a:lumOff val="25000"/>
                  </a:schemeClr>
                </a:solidFill>
                <a:effectLst/>
                <a:uFillTx/>
                <a:latin typeface="Trebuchet MS"/>
              </a:rPr>
              <a:t>Second level</a:t>
            </a:r>
            <a:endParaRPr b="0" lang="en-US" sz="1600" strike="noStrike" u="none">
              <a:solidFill>
                <a:schemeClr val="lt1">
                  <a:lumMod val="75000"/>
                  <a:lumOff val="25000"/>
                </a:schemeClr>
              </a:solidFill>
              <a:effectLst/>
              <a:uFillTx/>
              <a:latin typeface="Trebuchet MS"/>
            </a:endParaRPr>
          </a:p>
          <a:p>
            <a:pPr lvl="2" marL="1143000" indent="-228600" defTabSz="457200">
              <a:lnSpc>
                <a:spcPct val="100000"/>
              </a:lnSpc>
              <a:spcBef>
                <a:spcPts val="1001"/>
              </a:spcBef>
              <a:buClr>
                <a:srgbClr val="90c226"/>
              </a:buClr>
              <a:buSzPct val="80000"/>
              <a:buFont typeface="Wingdings 3" charset="2"/>
              <a:buChar char=""/>
            </a:pPr>
            <a:r>
              <a:rPr b="0" lang="en-US" sz="1400" strike="noStrike" u="none">
                <a:solidFill>
                  <a:schemeClr val="lt1">
                    <a:lumMod val="75000"/>
                    <a:lumOff val="25000"/>
                  </a:schemeClr>
                </a:solidFill>
                <a:effectLst/>
                <a:uFillTx/>
                <a:latin typeface="Trebuchet MS"/>
              </a:rPr>
              <a:t>Third level</a:t>
            </a:r>
            <a:endParaRPr b="0" lang="en-US" sz="1400" strike="noStrike" u="none">
              <a:solidFill>
                <a:schemeClr val="lt1">
                  <a:lumMod val="75000"/>
                  <a:lumOff val="25000"/>
                </a:schemeClr>
              </a:solidFill>
              <a:effectLst/>
              <a:uFillTx/>
              <a:latin typeface="Trebuchet MS"/>
            </a:endParaRPr>
          </a:p>
          <a:p>
            <a:pPr lvl="3" marL="1600200" indent="-228600" defTabSz="457200">
              <a:lnSpc>
                <a:spcPct val="100000"/>
              </a:lnSpc>
              <a:spcBef>
                <a:spcPts val="1001"/>
              </a:spcBef>
              <a:buClr>
                <a:srgbClr val="90c226"/>
              </a:buClr>
              <a:buSzPct val="80000"/>
              <a:buFont typeface="Wingdings 3" charset="2"/>
              <a:buChar char=""/>
            </a:pPr>
            <a:r>
              <a:rPr b="0" lang="en-US" sz="1200" strike="noStrike" u="none">
                <a:solidFill>
                  <a:schemeClr val="lt1">
                    <a:lumMod val="75000"/>
                    <a:lumOff val="25000"/>
                  </a:schemeClr>
                </a:solidFill>
                <a:effectLst/>
                <a:uFillTx/>
                <a:latin typeface="Trebuchet MS"/>
              </a:rPr>
              <a:t>Fourth level</a:t>
            </a:r>
            <a:endParaRPr b="0" lang="en-US" sz="1200" strike="noStrike" u="none">
              <a:solidFill>
                <a:schemeClr val="lt1">
                  <a:lumMod val="75000"/>
                  <a:lumOff val="25000"/>
                </a:schemeClr>
              </a:solidFill>
              <a:effectLst/>
              <a:uFillTx/>
              <a:latin typeface="Trebuchet MS"/>
            </a:endParaRPr>
          </a:p>
          <a:p>
            <a:pPr lvl="4" marL="2057400" indent="-228600" defTabSz="457200">
              <a:lnSpc>
                <a:spcPct val="100000"/>
              </a:lnSpc>
              <a:spcBef>
                <a:spcPts val="1001"/>
              </a:spcBef>
              <a:buClr>
                <a:srgbClr val="90c226"/>
              </a:buClr>
              <a:buSzPct val="80000"/>
              <a:buFont typeface="Wingdings 3" charset="2"/>
              <a:buChar char=""/>
            </a:pPr>
            <a:r>
              <a:rPr b="0" lang="en-US" sz="1200" strike="noStrike" u="none">
                <a:solidFill>
                  <a:schemeClr val="lt1">
                    <a:lumMod val="75000"/>
                    <a:lumOff val="25000"/>
                  </a:schemeClr>
                </a:solidFill>
                <a:effectLst/>
                <a:uFillTx/>
                <a:latin typeface="Trebuchet MS"/>
              </a:rPr>
              <a:t>Fifth level</a:t>
            </a:r>
            <a:endParaRPr b="0" lang="en-US" sz="1200" strike="noStrike" u="none">
              <a:solidFill>
                <a:schemeClr val="lt1">
                  <a:lumMod val="75000"/>
                  <a:lumOff val="25000"/>
                </a:schemeClr>
              </a:solidFill>
              <a:effectLst/>
              <a:uFillTx/>
              <a:latin typeface="Trebuchet MS"/>
            </a:endParaRPr>
          </a:p>
        </p:txBody>
      </p:sp>
      <p:sp>
        <p:nvSpPr>
          <p:cNvPr id="212" name="PlaceHolder 6"/>
          <p:cNvSpPr>
            <a:spLocks noGrp="1"/>
          </p:cNvSpPr>
          <p:nvPr>
            <p:ph type="dt" idx="34"/>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lt1">
                    <a:tint val="75000"/>
                  </a:schemeClr>
                </a:solidFill>
                <a:effectLst/>
                <a:uFillTx/>
                <a:latin typeface="Trebuchet MS"/>
              </a:defRPr>
            </a:lvl1pPr>
          </a:lstStyle>
          <a:p>
            <a:pPr indent="0" algn="r" defTabSz="457200">
              <a:lnSpc>
                <a:spcPct val="100000"/>
              </a:lnSpc>
              <a:buNone/>
            </a:pPr>
            <a:r>
              <a:rPr b="0" lang="en-US" sz="900" strike="noStrike" u="none">
                <a:solidFill>
                  <a:schemeClr val="lt1">
                    <a:tint val="75000"/>
                  </a:schemeClr>
                </a:solidFill>
                <a:effectLst/>
                <a:uFillTx/>
                <a:latin typeface="Trebuchet MS"/>
              </a:rPr>
              <a:t>&lt;date/time&gt;</a:t>
            </a:r>
            <a:endParaRPr b="0" lang="en-IN" sz="900" strike="noStrike" u="none">
              <a:solidFill>
                <a:srgbClr val="ffffff"/>
              </a:solidFill>
              <a:effectLst/>
              <a:uFillTx/>
              <a:latin typeface="Times New Roman"/>
            </a:endParaRPr>
          </a:p>
        </p:txBody>
      </p:sp>
      <p:sp>
        <p:nvSpPr>
          <p:cNvPr id="213" name="PlaceHolder 7"/>
          <p:cNvSpPr>
            <a:spLocks noGrp="1"/>
          </p:cNvSpPr>
          <p:nvPr>
            <p:ph type="ftr" idx="35"/>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214" name="PlaceHolder 8"/>
          <p:cNvSpPr>
            <a:spLocks noGrp="1"/>
          </p:cNvSpPr>
          <p:nvPr>
            <p:ph type="sldNum" idx="36"/>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accent1"/>
                </a:solidFill>
                <a:effectLst/>
                <a:uFillTx/>
                <a:latin typeface="Trebuchet MS"/>
              </a:defRPr>
            </a:lvl1pPr>
          </a:lstStyle>
          <a:p>
            <a:pPr indent="0" algn="r" defTabSz="457200">
              <a:lnSpc>
                <a:spcPct val="100000"/>
              </a:lnSpc>
              <a:buNone/>
            </a:pPr>
            <a:fld id="{FC6E17B9-678D-477D-AC51-D7B29A5E9C66}" type="slidenum">
              <a:rPr b="0" lang="en-US" sz="900" strike="noStrike" u="none">
                <a:solidFill>
                  <a:schemeClr val="accent1"/>
                </a:solidFill>
                <a:effectLst/>
                <a:uFillTx/>
                <a:latin typeface="Trebuchet MS"/>
              </a:rPr>
              <a:t>&lt;number&gt;</a:t>
            </a:fld>
            <a:endParaRPr b="0" lang="en-IN" sz="900" strike="noStrike" u="none">
              <a:solidFill>
                <a:srgbClr val="ffffff"/>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2c3c43"/>
        </a:solidFill>
      </p:bgPr>
    </p:bg>
    <p:spTree>
      <p:nvGrpSpPr>
        <p:cNvPr id="1" name=""/>
        <p:cNvGrpSpPr/>
        <p:nvPr/>
      </p:nvGrpSpPr>
      <p:grpSpPr>
        <a:xfrm>
          <a:off x="0" y="0"/>
          <a:ext cx="0" cy="0"/>
          <a:chOff x="0" y="0"/>
          <a:chExt cx="0" cy="0"/>
        </a:xfrm>
      </p:grpSpPr>
      <p:grpSp>
        <p:nvGrpSpPr>
          <p:cNvPr id="255" name="Group 7"/>
          <p:cNvGrpSpPr/>
          <p:nvPr/>
        </p:nvGrpSpPr>
        <p:grpSpPr>
          <a:xfrm>
            <a:off x="0" y="-8640"/>
            <a:ext cx="12191760" cy="6866640"/>
            <a:chOff x="0" y="-8640"/>
            <a:chExt cx="12191760" cy="6866640"/>
          </a:xfrm>
        </p:grpSpPr>
        <p:cxnSp>
          <p:nvCxnSpPr>
            <p:cNvPr id="256" name="Straight Connector 19"/>
            <p:cNvCxnSpPr/>
            <p:nvPr/>
          </p:nvCxnSpPr>
          <p:spPr>
            <a:xfrm>
              <a:off x="9370800" y="0"/>
              <a:ext cx="1219680" cy="6858360"/>
            </a:xfrm>
            <a:prstGeom prst="straightConnector1">
              <a:avLst/>
            </a:prstGeom>
            <a:ln cap="rnd" w="9525">
              <a:solidFill>
                <a:srgbClr val="000000">
                  <a:lumMod val="85000"/>
                  <a:lumOff val="15000"/>
                </a:srgbClr>
              </a:solidFill>
              <a:round/>
            </a:ln>
          </p:spPr>
        </p:cxnSp>
        <p:cxnSp>
          <p:nvCxnSpPr>
            <p:cNvPr id="257" name="Straight Connector 20"/>
            <p:cNvCxnSpPr/>
            <p:nvPr/>
          </p:nvCxnSpPr>
          <p:spPr>
            <a:xfrm flipH="1">
              <a:off x="7425000" y="3681360"/>
              <a:ext cx="4763880" cy="3177000"/>
            </a:xfrm>
            <a:prstGeom prst="straightConnector1">
              <a:avLst/>
            </a:prstGeom>
            <a:ln cap="rnd" w="9525">
              <a:solidFill>
                <a:srgbClr val="000000">
                  <a:lumMod val="85000"/>
                  <a:lumOff val="15000"/>
                </a:srgbClr>
              </a:solidFill>
              <a:round/>
            </a:ln>
          </p:spPr>
        </p:cxnSp>
        <p:sp>
          <p:nvSpPr>
            <p:cNvPr id="258"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59"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60"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61"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62"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63"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64"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65"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grpSp>
      <p:sp>
        <p:nvSpPr>
          <p:cNvPr id="266" name="PlaceHolder 1"/>
          <p:cNvSpPr>
            <a:spLocks noGrp="1"/>
          </p:cNvSpPr>
          <p:nvPr>
            <p:ph type="title"/>
          </p:nvPr>
        </p:nvSpPr>
        <p:spPr>
          <a:xfrm>
            <a:off x="677160" y="1498680"/>
            <a:ext cx="3854160" cy="1278000"/>
          </a:xfrm>
          <a:prstGeom prst="rect">
            <a:avLst/>
          </a:prstGeom>
          <a:noFill/>
          <a:ln w="0">
            <a:noFill/>
          </a:ln>
        </p:spPr>
        <p:txBody>
          <a:bodyPr lIns="91440" rIns="91440" tIns="45720" bIns="45720" anchor="b">
            <a:normAutofit/>
          </a:bodyPr>
          <a:p>
            <a:pPr indent="0" defTabSz="457200">
              <a:lnSpc>
                <a:spcPct val="100000"/>
              </a:lnSpc>
              <a:buNone/>
            </a:pPr>
            <a:r>
              <a:rPr b="0" lang="en-US" sz="2000" strike="noStrike" u="none">
                <a:solidFill>
                  <a:schemeClr val="accent1"/>
                </a:solidFill>
                <a:effectLst/>
                <a:uFillTx/>
                <a:latin typeface="Trebuchet MS"/>
              </a:rPr>
              <a:t>Click to edit Master title style</a:t>
            </a:r>
            <a:endParaRPr b="0" lang="en-US" sz="2000" strike="noStrike" u="none">
              <a:solidFill>
                <a:schemeClr val="lt1"/>
              </a:solidFill>
              <a:effectLst/>
              <a:uFillTx/>
              <a:latin typeface="Trebuchet MS"/>
            </a:endParaRPr>
          </a:p>
        </p:txBody>
      </p:sp>
      <p:sp>
        <p:nvSpPr>
          <p:cNvPr id="267" name="PlaceHolder 2"/>
          <p:cNvSpPr>
            <a:spLocks noGrp="1"/>
          </p:cNvSpPr>
          <p:nvPr>
            <p:ph type="body"/>
          </p:nvPr>
        </p:nvSpPr>
        <p:spPr>
          <a:xfrm>
            <a:off x="4760640" y="514800"/>
            <a:ext cx="4513320" cy="552600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b="0" lang="en-US" sz="1800" strike="noStrike" u="none">
                <a:solidFill>
                  <a:schemeClr val="lt1">
                    <a:lumMod val="75000"/>
                    <a:lumOff val="25000"/>
                  </a:schemeClr>
                </a:solidFill>
                <a:effectLst/>
                <a:uFillTx/>
                <a:latin typeface="Trebuchet MS"/>
              </a:rPr>
              <a:t>Edit Master text styles</a:t>
            </a:r>
            <a:endParaRPr b="0" lang="en-US" sz="1800" strike="noStrike" u="none">
              <a:solidFill>
                <a:schemeClr val="lt1">
                  <a:lumMod val="75000"/>
                  <a:lumOff val="25000"/>
                </a:schemeClr>
              </a:solidFill>
              <a:effectLst/>
              <a:uFillTx/>
              <a:latin typeface="Trebuchet MS"/>
            </a:endParaRPr>
          </a:p>
          <a:p>
            <a:pPr lvl="1" marL="743040" indent="-285840" defTabSz="457200">
              <a:lnSpc>
                <a:spcPct val="100000"/>
              </a:lnSpc>
              <a:spcBef>
                <a:spcPts val="1001"/>
              </a:spcBef>
              <a:buClr>
                <a:srgbClr val="90c226"/>
              </a:buClr>
              <a:buSzPct val="80000"/>
              <a:buFont typeface="Wingdings 3" charset="2"/>
              <a:buChar char=""/>
            </a:pPr>
            <a:r>
              <a:rPr b="0" lang="en-US" sz="1600" strike="noStrike" u="none">
                <a:solidFill>
                  <a:schemeClr val="lt1">
                    <a:lumMod val="75000"/>
                    <a:lumOff val="25000"/>
                  </a:schemeClr>
                </a:solidFill>
                <a:effectLst/>
                <a:uFillTx/>
                <a:latin typeface="Trebuchet MS"/>
              </a:rPr>
              <a:t>Second level</a:t>
            </a:r>
            <a:endParaRPr b="0" lang="en-US" sz="1600" strike="noStrike" u="none">
              <a:solidFill>
                <a:schemeClr val="lt1">
                  <a:lumMod val="75000"/>
                  <a:lumOff val="25000"/>
                </a:schemeClr>
              </a:solidFill>
              <a:effectLst/>
              <a:uFillTx/>
              <a:latin typeface="Trebuchet MS"/>
            </a:endParaRPr>
          </a:p>
          <a:p>
            <a:pPr lvl="2" marL="1143000" indent="-228600" defTabSz="457200">
              <a:lnSpc>
                <a:spcPct val="100000"/>
              </a:lnSpc>
              <a:spcBef>
                <a:spcPts val="1001"/>
              </a:spcBef>
              <a:buClr>
                <a:srgbClr val="90c226"/>
              </a:buClr>
              <a:buSzPct val="80000"/>
              <a:buFont typeface="Wingdings 3" charset="2"/>
              <a:buChar char=""/>
            </a:pPr>
            <a:r>
              <a:rPr b="0" lang="en-US" sz="1400" strike="noStrike" u="none">
                <a:solidFill>
                  <a:schemeClr val="lt1">
                    <a:lumMod val="75000"/>
                    <a:lumOff val="25000"/>
                  </a:schemeClr>
                </a:solidFill>
                <a:effectLst/>
                <a:uFillTx/>
                <a:latin typeface="Trebuchet MS"/>
              </a:rPr>
              <a:t>Third level</a:t>
            </a:r>
            <a:endParaRPr b="0" lang="en-US" sz="1400" strike="noStrike" u="none">
              <a:solidFill>
                <a:schemeClr val="lt1">
                  <a:lumMod val="75000"/>
                  <a:lumOff val="25000"/>
                </a:schemeClr>
              </a:solidFill>
              <a:effectLst/>
              <a:uFillTx/>
              <a:latin typeface="Trebuchet MS"/>
            </a:endParaRPr>
          </a:p>
          <a:p>
            <a:pPr lvl="3" marL="1600200" indent="-228600" defTabSz="457200">
              <a:lnSpc>
                <a:spcPct val="100000"/>
              </a:lnSpc>
              <a:spcBef>
                <a:spcPts val="1001"/>
              </a:spcBef>
              <a:buClr>
                <a:srgbClr val="90c226"/>
              </a:buClr>
              <a:buSzPct val="80000"/>
              <a:buFont typeface="Wingdings 3" charset="2"/>
              <a:buChar char=""/>
            </a:pPr>
            <a:r>
              <a:rPr b="0" lang="en-US" sz="1200" strike="noStrike" u="none">
                <a:solidFill>
                  <a:schemeClr val="lt1">
                    <a:lumMod val="75000"/>
                    <a:lumOff val="25000"/>
                  </a:schemeClr>
                </a:solidFill>
                <a:effectLst/>
                <a:uFillTx/>
                <a:latin typeface="Trebuchet MS"/>
              </a:rPr>
              <a:t>Fourth level</a:t>
            </a:r>
            <a:endParaRPr b="0" lang="en-US" sz="1200" strike="noStrike" u="none">
              <a:solidFill>
                <a:schemeClr val="lt1">
                  <a:lumMod val="75000"/>
                  <a:lumOff val="25000"/>
                </a:schemeClr>
              </a:solidFill>
              <a:effectLst/>
              <a:uFillTx/>
              <a:latin typeface="Trebuchet MS"/>
            </a:endParaRPr>
          </a:p>
          <a:p>
            <a:pPr lvl="4" marL="2057400" indent="-228600" defTabSz="457200">
              <a:lnSpc>
                <a:spcPct val="100000"/>
              </a:lnSpc>
              <a:spcBef>
                <a:spcPts val="1001"/>
              </a:spcBef>
              <a:buClr>
                <a:srgbClr val="90c226"/>
              </a:buClr>
              <a:buSzPct val="80000"/>
              <a:buFont typeface="Wingdings 3" charset="2"/>
              <a:buChar char=""/>
            </a:pPr>
            <a:r>
              <a:rPr b="0" lang="en-US" sz="1200" strike="noStrike" u="none">
                <a:solidFill>
                  <a:schemeClr val="lt1">
                    <a:lumMod val="75000"/>
                    <a:lumOff val="25000"/>
                  </a:schemeClr>
                </a:solidFill>
                <a:effectLst/>
                <a:uFillTx/>
                <a:latin typeface="Trebuchet MS"/>
              </a:rPr>
              <a:t>Fifth level</a:t>
            </a:r>
            <a:endParaRPr b="0" lang="en-US" sz="1200" strike="noStrike" u="none">
              <a:solidFill>
                <a:schemeClr val="lt1">
                  <a:lumMod val="75000"/>
                  <a:lumOff val="25000"/>
                </a:schemeClr>
              </a:solidFill>
              <a:effectLst/>
              <a:uFillTx/>
              <a:latin typeface="Trebuchet MS"/>
            </a:endParaRPr>
          </a:p>
        </p:txBody>
      </p:sp>
      <p:sp>
        <p:nvSpPr>
          <p:cNvPr id="268" name="PlaceHolder 3"/>
          <p:cNvSpPr>
            <a:spLocks noGrp="1"/>
          </p:cNvSpPr>
          <p:nvPr>
            <p:ph type="body"/>
          </p:nvPr>
        </p:nvSpPr>
        <p:spPr>
          <a:xfrm>
            <a:off x="677160" y="2777040"/>
            <a:ext cx="3854160" cy="258408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400" strike="noStrike" u="none">
                <a:solidFill>
                  <a:schemeClr val="lt1">
                    <a:lumMod val="75000"/>
                    <a:lumOff val="25000"/>
                  </a:schemeClr>
                </a:solidFill>
                <a:effectLst/>
                <a:uFillTx/>
                <a:latin typeface="Trebuchet MS"/>
              </a:rPr>
              <a:t>Edit Master text styles</a:t>
            </a:r>
            <a:endParaRPr b="0" lang="en-US" sz="1400" strike="noStrike" u="none">
              <a:solidFill>
                <a:schemeClr val="lt1">
                  <a:lumMod val="75000"/>
                  <a:lumOff val="25000"/>
                </a:schemeClr>
              </a:solidFill>
              <a:effectLst/>
              <a:uFillTx/>
              <a:latin typeface="Trebuchet MS"/>
            </a:endParaRPr>
          </a:p>
        </p:txBody>
      </p:sp>
      <p:sp>
        <p:nvSpPr>
          <p:cNvPr id="269" name="PlaceHolder 4"/>
          <p:cNvSpPr>
            <a:spLocks noGrp="1"/>
          </p:cNvSpPr>
          <p:nvPr>
            <p:ph type="dt" idx="46"/>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lt1">
                    <a:tint val="75000"/>
                  </a:schemeClr>
                </a:solidFill>
                <a:effectLst/>
                <a:uFillTx/>
                <a:latin typeface="Trebuchet MS"/>
              </a:defRPr>
            </a:lvl1pPr>
          </a:lstStyle>
          <a:p>
            <a:pPr indent="0" algn="r" defTabSz="457200">
              <a:lnSpc>
                <a:spcPct val="100000"/>
              </a:lnSpc>
              <a:buNone/>
            </a:pPr>
            <a:r>
              <a:rPr b="0" lang="en-US" sz="900" strike="noStrike" u="none">
                <a:solidFill>
                  <a:schemeClr val="lt1">
                    <a:tint val="75000"/>
                  </a:schemeClr>
                </a:solidFill>
                <a:effectLst/>
                <a:uFillTx/>
                <a:latin typeface="Trebuchet MS"/>
              </a:rPr>
              <a:t>&lt;date/time&gt;</a:t>
            </a:r>
            <a:endParaRPr b="0" lang="en-IN" sz="900" strike="noStrike" u="none">
              <a:solidFill>
                <a:srgbClr val="ffffff"/>
              </a:solidFill>
              <a:effectLst/>
              <a:uFillTx/>
              <a:latin typeface="Times New Roman"/>
            </a:endParaRPr>
          </a:p>
        </p:txBody>
      </p:sp>
      <p:sp>
        <p:nvSpPr>
          <p:cNvPr id="270" name="PlaceHolder 5"/>
          <p:cNvSpPr>
            <a:spLocks noGrp="1"/>
          </p:cNvSpPr>
          <p:nvPr>
            <p:ph type="ftr" idx="47"/>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271" name="PlaceHolder 6"/>
          <p:cNvSpPr>
            <a:spLocks noGrp="1"/>
          </p:cNvSpPr>
          <p:nvPr>
            <p:ph type="sldNum" idx="48"/>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accent1"/>
                </a:solidFill>
                <a:effectLst/>
                <a:uFillTx/>
                <a:latin typeface="Trebuchet MS"/>
              </a:defRPr>
            </a:lvl1pPr>
          </a:lstStyle>
          <a:p>
            <a:pPr indent="0" algn="r" defTabSz="457200">
              <a:lnSpc>
                <a:spcPct val="100000"/>
              </a:lnSpc>
              <a:buNone/>
            </a:pPr>
            <a:fld id="{B1663DD2-61E9-4DE4-94DE-EBC0CDD14EDA}" type="slidenum">
              <a:rPr b="0" lang="en-US" sz="900" strike="noStrike" u="none">
                <a:solidFill>
                  <a:schemeClr val="accent1"/>
                </a:solidFill>
                <a:effectLst/>
                <a:uFillTx/>
                <a:latin typeface="Trebuchet MS"/>
              </a:rPr>
              <a:t>&lt;number&gt;</a:t>
            </a:fld>
            <a:endParaRPr b="0" lang="en-IN" sz="900" strike="noStrike" u="none">
              <a:solidFill>
                <a:srgbClr val="ffffff"/>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2c3c43"/>
        </a:solidFill>
      </p:bgPr>
    </p:bg>
    <p:spTree>
      <p:nvGrpSpPr>
        <p:cNvPr id="1" name=""/>
        <p:cNvGrpSpPr/>
        <p:nvPr/>
      </p:nvGrpSpPr>
      <p:grpSpPr>
        <a:xfrm>
          <a:off x="0" y="0"/>
          <a:ext cx="0" cy="0"/>
          <a:chOff x="0" y="0"/>
          <a:chExt cx="0" cy="0"/>
        </a:xfrm>
      </p:grpSpPr>
      <p:grpSp>
        <p:nvGrpSpPr>
          <p:cNvPr id="272" name="Group 7"/>
          <p:cNvGrpSpPr/>
          <p:nvPr/>
        </p:nvGrpSpPr>
        <p:grpSpPr>
          <a:xfrm>
            <a:off x="0" y="-8640"/>
            <a:ext cx="12191760" cy="6866640"/>
            <a:chOff x="0" y="-8640"/>
            <a:chExt cx="12191760" cy="6866640"/>
          </a:xfrm>
        </p:grpSpPr>
        <p:cxnSp>
          <p:nvCxnSpPr>
            <p:cNvPr id="273" name="Straight Connector 19"/>
            <p:cNvCxnSpPr/>
            <p:nvPr/>
          </p:nvCxnSpPr>
          <p:spPr>
            <a:xfrm>
              <a:off x="9370800" y="0"/>
              <a:ext cx="1219680" cy="6858360"/>
            </a:xfrm>
            <a:prstGeom prst="straightConnector1">
              <a:avLst/>
            </a:prstGeom>
            <a:ln cap="rnd" w="9525">
              <a:solidFill>
                <a:srgbClr val="000000">
                  <a:lumMod val="85000"/>
                  <a:lumOff val="15000"/>
                </a:srgbClr>
              </a:solidFill>
              <a:round/>
            </a:ln>
          </p:spPr>
        </p:cxnSp>
        <p:cxnSp>
          <p:nvCxnSpPr>
            <p:cNvPr id="274" name="Straight Connector 20"/>
            <p:cNvCxnSpPr/>
            <p:nvPr/>
          </p:nvCxnSpPr>
          <p:spPr>
            <a:xfrm flipH="1">
              <a:off x="7425000" y="3681360"/>
              <a:ext cx="4763880" cy="3177000"/>
            </a:xfrm>
            <a:prstGeom prst="straightConnector1">
              <a:avLst/>
            </a:prstGeom>
            <a:ln cap="rnd" w="9525">
              <a:solidFill>
                <a:srgbClr val="000000">
                  <a:lumMod val="85000"/>
                  <a:lumOff val="15000"/>
                </a:srgbClr>
              </a:solidFill>
              <a:round/>
            </a:ln>
          </p:spPr>
        </p:cxnSp>
        <p:sp>
          <p:nvSpPr>
            <p:cNvPr id="27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7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77"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7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7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8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81"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82"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grpSp>
      <p:sp>
        <p:nvSpPr>
          <p:cNvPr id="283" name="PlaceHolder 1"/>
          <p:cNvSpPr>
            <a:spLocks noGrp="1"/>
          </p:cNvSpPr>
          <p:nvPr>
            <p:ph type="title"/>
          </p:nvPr>
        </p:nvSpPr>
        <p:spPr>
          <a:xfrm>
            <a:off x="677160" y="4800600"/>
            <a:ext cx="8596440" cy="566280"/>
          </a:xfrm>
          <a:prstGeom prst="rect">
            <a:avLst/>
          </a:prstGeom>
          <a:noFill/>
          <a:ln w="0">
            <a:noFill/>
          </a:ln>
        </p:spPr>
        <p:txBody>
          <a:bodyPr lIns="91440" rIns="91440" tIns="45720" bIns="45720" anchor="b">
            <a:normAutofit/>
          </a:bodyPr>
          <a:p>
            <a:pPr indent="0" defTabSz="457200">
              <a:lnSpc>
                <a:spcPct val="100000"/>
              </a:lnSpc>
              <a:buNone/>
            </a:pPr>
            <a:r>
              <a:rPr b="0" lang="en-US" sz="2400" strike="noStrike" u="none">
                <a:solidFill>
                  <a:schemeClr val="accent1"/>
                </a:solidFill>
                <a:effectLst/>
                <a:uFillTx/>
                <a:latin typeface="Trebuchet MS"/>
              </a:rPr>
              <a:t>Click to edit Master title style</a:t>
            </a:r>
            <a:endParaRPr b="0" lang="en-US" sz="2400" strike="noStrike" u="none">
              <a:solidFill>
                <a:schemeClr val="lt1"/>
              </a:solidFill>
              <a:effectLst/>
              <a:uFillTx/>
              <a:latin typeface="Trebuchet MS"/>
            </a:endParaRPr>
          </a:p>
        </p:txBody>
      </p:sp>
      <p:sp>
        <p:nvSpPr>
          <p:cNvPr id="284" name="PlaceHolder 2"/>
          <p:cNvSpPr>
            <a:spLocks noGrp="1"/>
          </p:cNvSpPr>
          <p:nvPr>
            <p:ph type="body"/>
          </p:nvPr>
        </p:nvSpPr>
        <p:spPr>
          <a:xfrm>
            <a:off x="677160" y="609480"/>
            <a:ext cx="8596440" cy="3845520"/>
          </a:xfrm>
          <a:prstGeom prst="rect">
            <a:avLst/>
          </a:prstGeom>
          <a:noFill/>
          <a:ln w="0">
            <a:noFill/>
          </a:ln>
        </p:spPr>
        <p:txBody>
          <a:bodyPr lIns="90000" rIns="90000" tIns="45000" bIns="45000" anchor="t">
            <a:normAutofit/>
          </a:bodyPr>
          <a:p>
            <a:pPr indent="0" algn="ctr" defTabSz="457200">
              <a:lnSpc>
                <a:spcPct val="100000"/>
              </a:lnSpc>
              <a:buNone/>
              <a:tabLst>
                <a:tab algn="l" pos="0"/>
              </a:tabLst>
            </a:pPr>
            <a:r>
              <a:rPr b="0" lang="en-US" sz="1600" strike="noStrike" u="none">
                <a:solidFill>
                  <a:schemeClr val="lt1"/>
                </a:solidFill>
                <a:effectLst/>
                <a:uFillTx/>
                <a:latin typeface="Trebuchet MS"/>
              </a:rPr>
              <a:t>Click icon to add picture</a:t>
            </a:r>
            <a:endParaRPr b="0" lang="en-US" sz="1600" strike="noStrike" u="none">
              <a:solidFill>
                <a:schemeClr val="lt1">
                  <a:lumMod val="75000"/>
                  <a:lumOff val="25000"/>
                </a:schemeClr>
              </a:solidFill>
              <a:effectLst/>
              <a:uFillTx/>
              <a:latin typeface="Trebuchet MS"/>
            </a:endParaRPr>
          </a:p>
        </p:txBody>
      </p:sp>
      <p:sp>
        <p:nvSpPr>
          <p:cNvPr id="285" name="PlaceHolder 3"/>
          <p:cNvSpPr>
            <a:spLocks noGrp="1"/>
          </p:cNvSpPr>
          <p:nvPr>
            <p:ph type="body"/>
          </p:nvPr>
        </p:nvSpPr>
        <p:spPr>
          <a:xfrm>
            <a:off x="677160" y="5367240"/>
            <a:ext cx="8596440" cy="6735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200" strike="noStrike" u="none">
                <a:solidFill>
                  <a:schemeClr val="lt1">
                    <a:lumMod val="75000"/>
                    <a:lumOff val="25000"/>
                  </a:schemeClr>
                </a:solidFill>
                <a:effectLst/>
                <a:uFillTx/>
                <a:latin typeface="Trebuchet MS"/>
              </a:rPr>
              <a:t>Edit Master text styles</a:t>
            </a:r>
            <a:endParaRPr b="0" lang="en-US" sz="1200" strike="noStrike" u="none">
              <a:solidFill>
                <a:schemeClr val="lt1">
                  <a:lumMod val="75000"/>
                  <a:lumOff val="25000"/>
                </a:schemeClr>
              </a:solidFill>
              <a:effectLst/>
              <a:uFillTx/>
              <a:latin typeface="Trebuchet MS"/>
            </a:endParaRPr>
          </a:p>
        </p:txBody>
      </p:sp>
      <p:sp>
        <p:nvSpPr>
          <p:cNvPr id="286" name="PlaceHolder 4"/>
          <p:cNvSpPr>
            <a:spLocks noGrp="1"/>
          </p:cNvSpPr>
          <p:nvPr>
            <p:ph type="dt" idx="49"/>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lt1">
                    <a:tint val="75000"/>
                  </a:schemeClr>
                </a:solidFill>
                <a:effectLst/>
                <a:uFillTx/>
                <a:latin typeface="Trebuchet MS"/>
              </a:defRPr>
            </a:lvl1pPr>
          </a:lstStyle>
          <a:p>
            <a:pPr indent="0" algn="r" defTabSz="457200">
              <a:lnSpc>
                <a:spcPct val="100000"/>
              </a:lnSpc>
              <a:buNone/>
            </a:pPr>
            <a:r>
              <a:rPr b="0" lang="en-US" sz="900" strike="noStrike" u="none">
                <a:solidFill>
                  <a:schemeClr val="lt1">
                    <a:tint val="75000"/>
                  </a:schemeClr>
                </a:solidFill>
                <a:effectLst/>
                <a:uFillTx/>
                <a:latin typeface="Trebuchet MS"/>
              </a:rPr>
              <a:t>&lt;date/time&gt;</a:t>
            </a:r>
            <a:endParaRPr b="0" lang="en-IN" sz="900" strike="noStrike" u="none">
              <a:solidFill>
                <a:srgbClr val="ffffff"/>
              </a:solidFill>
              <a:effectLst/>
              <a:uFillTx/>
              <a:latin typeface="Times New Roman"/>
            </a:endParaRPr>
          </a:p>
        </p:txBody>
      </p:sp>
      <p:sp>
        <p:nvSpPr>
          <p:cNvPr id="287" name="PlaceHolder 5"/>
          <p:cNvSpPr>
            <a:spLocks noGrp="1"/>
          </p:cNvSpPr>
          <p:nvPr>
            <p:ph type="ftr" idx="50"/>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288" name="PlaceHolder 6"/>
          <p:cNvSpPr>
            <a:spLocks noGrp="1"/>
          </p:cNvSpPr>
          <p:nvPr>
            <p:ph type="sldNum" idx="51"/>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accent1"/>
                </a:solidFill>
                <a:effectLst/>
                <a:uFillTx/>
                <a:latin typeface="Trebuchet MS"/>
              </a:defRPr>
            </a:lvl1pPr>
          </a:lstStyle>
          <a:p>
            <a:pPr indent="0" algn="r" defTabSz="457200">
              <a:lnSpc>
                <a:spcPct val="100000"/>
              </a:lnSpc>
              <a:buNone/>
            </a:pPr>
            <a:fld id="{1DE50A93-5461-4D13-8A5D-1AE1818A922B}" type="slidenum">
              <a:rPr b="0" lang="en-US" sz="900" strike="noStrike" u="none">
                <a:solidFill>
                  <a:schemeClr val="accent1"/>
                </a:solidFill>
                <a:effectLst/>
                <a:uFillTx/>
                <a:latin typeface="Trebuchet MS"/>
              </a:rPr>
              <a:t>&lt;number&gt;</a:t>
            </a:fld>
            <a:endParaRPr b="0" lang="en-IN" sz="900" strike="noStrike" u="none">
              <a:solidFill>
                <a:srgbClr val="ffffff"/>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2c3c43"/>
        </a:solidFill>
      </p:bgPr>
    </p:bg>
    <p:spTree>
      <p:nvGrpSpPr>
        <p:cNvPr id="1" name=""/>
        <p:cNvGrpSpPr/>
        <p:nvPr/>
      </p:nvGrpSpPr>
      <p:grpSpPr>
        <a:xfrm>
          <a:off x="0" y="0"/>
          <a:ext cx="0" cy="0"/>
          <a:chOff x="0" y="0"/>
          <a:chExt cx="0" cy="0"/>
        </a:xfrm>
      </p:grpSpPr>
      <p:grpSp>
        <p:nvGrpSpPr>
          <p:cNvPr id="147" name="Group 7"/>
          <p:cNvGrpSpPr/>
          <p:nvPr/>
        </p:nvGrpSpPr>
        <p:grpSpPr>
          <a:xfrm>
            <a:off x="0" y="-8640"/>
            <a:ext cx="12191760" cy="6866640"/>
            <a:chOff x="0" y="-8640"/>
            <a:chExt cx="12191760" cy="6866640"/>
          </a:xfrm>
        </p:grpSpPr>
        <p:cxnSp>
          <p:nvCxnSpPr>
            <p:cNvPr id="148" name="Straight Connector 19"/>
            <p:cNvCxnSpPr/>
            <p:nvPr/>
          </p:nvCxnSpPr>
          <p:spPr>
            <a:xfrm>
              <a:off x="9370800" y="0"/>
              <a:ext cx="1219680" cy="6858360"/>
            </a:xfrm>
            <a:prstGeom prst="straightConnector1">
              <a:avLst/>
            </a:prstGeom>
            <a:ln cap="rnd" w="9525">
              <a:solidFill>
                <a:srgbClr val="000000">
                  <a:lumMod val="85000"/>
                  <a:lumOff val="15000"/>
                </a:srgbClr>
              </a:solidFill>
              <a:round/>
            </a:ln>
          </p:spPr>
        </p:cxnSp>
        <p:cxnSp>
          <p:nvCxnSpPr>
            <p:cNvPr id="149" name="Straight Connector 20"/>
            <p:cNvCxnSpPr/>
            <p:nvPr/>
          </p:nvCxnSpPr>
          <p:spPr>
            <a:xfrm flipH="1">
              <a:off x="7425000" y="3681360"/>
              <a:ext cx="4763880" cy="3177000"/>
            </a:xfrm>
            <a:prstGeom prst="straightConnector1">
              <a:avLst/>
            </a:prstGeom>
            <a:ln cap="rnd" w="9525">
              <a:solidFill>
                <a:srgbClr val="000000">
                  <a:lumMod val="85000"/>
                  <a:lumOff val="15000"/>
                </a:srgbClr>
              </a:solidFill>
              <a:round/>
            </a:ln>
          </p:spPr>
        </p:cxnSp>
        <p:sp>
          <p:nvSpPr>
            <p:cNvPr id="150"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51"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52"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53"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54"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55"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56"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57"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grpSp>
      <p:sp>
        <p:nvSpPr>
          <p:cNvPr id="158"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rmAutofit/>
          </a:bodyPr>
          <a:p>
            <a:pPr indent="0" defTabSz="457200">
              <a:lnSpc>
                <a:spcPct val="100000"/>
              </a:lnSpc>
              <a:buNone/>
            </a:pPr>
            <a:r>
              <a:rPr b="0" lang="en-US" sz="3600" strike="noStrike" u="none">
                <a:solidFill>
                  <a:schemeClr val="accent1"/>
                </a:solidFill>
                <a:effectLst/>
                <a:uFillTx/>
                <a:latin typeface="Trebuchet MS"/>
              </a:rPr>
              <a:t>Click to edit Master title style</a:t>
            </a:r>
            <a:endParaRPr b="0" lang="en-US" sz="3600" strike="noStrike" u="none">
              <a:solidFill>
                <a:schemeClr val="lt1"/>
              </a:solidFill>
              <a:effectLst/>
              <a:uFillTx/>
              <a:latin typeface="Trebuchet MS"/>
            </a:endParaRPr>
          </a:p>
        </p:txBody>
      </p:sp>
      <p:sp>
        <p:nvSpPr>
          <p:cNvPr id="159" name="PlaceHolder 2"/>
          <p:cNvSpPr>
            <a:spLocks noGrp="1"/>
          </p:cNvSpPr>
          <p:nvPr>
            <p:ph type="body"/>
          </p:nvPr>
        </p:nvSpPr>
        <p:spPr>
          <a:xfrm>
            <a:off x="677160" y="2160720"/>
            <a:ext cx="8596440" cy="388044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b="0" lang="en-US" sz="1800" strike="noStrike" u="none">
                <a:solidFill>
                  <a:schemeClr val="lt1">
                    <a:lumMod val="75000"/>
                    <a:lumOff val="25000"/>
                  </a:schemeClr>
                </a:solidFill>
                <a:effectLst/>
                <a:uFillTx/>
                <a:latin typeface="Trebuchet MS"/>
              </a:rPr>
              <a:t>Edit Master text styles</a:t>
            </a:r>
            <a:endParaRPr b="0" lang="en-US" sz="1800" strike="noStrike" u="none">
              <a:solidFill>
                <a:schemeClr val="lt1">
                  <a:lumMod val="75000"/>
                  <a:lumOff val="25000"/>
                </a:schemeClr>
              </a:solidFill>
              <a:effectLst/>
              <a:uFillTx/>
              <a:latin typeface="Trebuchet MS"/>
            </a:endParaRPr>
          </a:p>
          <a:p>
            <a:pPr lvl="1" marL="743040" indent="-285840" defTabSz="457200">
              <a:lnSpc>
                <a:spcPct val="100000"/>
              </a:lnSpc>
              <a:spcBef>
                <a:spcPts val="1001"/>
              </a:spcBef>
              <a:buClr>
                <a:srgbClr val="90c226"/>
              </a:buClr>
              <a:buSzPct val="80000"/>
              <a:buFont typeface="Wingdings 3" charset="2"/>
              <a:buChar char=""/>
            </a:pPr>
            <a:r>
              <a:rPr b="0" lang="en-US" sz="1600" strike="noStrike" u="none">
                <a:solidFill>
                  <a:schemeClr val="lt1">
                    <a:lumMod val="75000"/>
                    <a:lumOff val="25000"/>
                  </a:schemeClr>
                </a:solidFill>
                <a:effectLst/>
                <a:uFillTx/>
                <a:latin typeface="Trebuchet MS"/>
              </a:rPr>
              <a:t>Second level</a:t>
            </a:r>
            <a:endParaRPr b="0" lang="en-US" sz="1600" strike="noStrike" u="none">
              <a:solidFill>
                <a:schemeClr val="lt1">
                  <a:lumMod val="75000"/>
                  <a:lumOff val="25000"/>
                </a:schemeClr>
              </a:solidFill>
              <a:effectLst/>
              <a:uFillTx/>
              <a:latin typeface="Trebuchet MS"/>
            </a:endParaRPr>
          </a:p>
          <a:p>
            <a:pPr lvl="2" marL="1143000" indent="-228600" defTabSz="457200">
              <a:lnSpc>
                <a:spcPct val="100000"/>
              </a:lnSpc>
              <a:spcBef>
                <a:spcPts val="1001"/>
              </a:spcBef>
              <a:buClr>
                <a:srgbClr val="90c226"/>
              </a:buClr>
              <a:buSzPct val="80000"/>
              <a:buFont typeface="Wingdings 3" charset="2"/>
              <a:buChar char=""/>
            </a:pPr>
            <a:r>
              <a:rPr b="0" lang="en-US" sz="1400" strike="noStrike" u="none">
                <a:solidFill>
                  <a:schemeClr val="lt1">
                    <a:lumMod val="75000"/>
                    <a:lumOff val="25000"/>
                  </a:schemeClr>
                </a:solidFill>
                <a:effectLst/>
                <a:uFillTx/>
                <a:latin typeface="Trebuchet MS"/>
              </a:rPr>
              <a:t>Third level</a:t>
            </a:r>
            <a:endParaRPr b="0" lang="en-US" sz="1400" strike="noStrike" u="none">
              <a:solidFill>
                <a:schemeClr val="lt1">
                  <a:lumMod val="75000"/>
                  <a:lumOff val="25000"/>
                </a:schemeClr>
              </a:solidFill>
              <a:effectLst/>
              <a:uFillTx/>
              <a:latin typeface="Trebuchet MS"/>
            </a:endParaRPr>
          </a:p>
          <a:p>
            <a:pPr lvl="3" marL="1600200" indent="-228600" defTabSz="457200">
              <a:lnSpc>
                <a:spcPct val="100000"/>
              </a:lnSpc>
              <a:spcBef>
                <a:spcPts val="1001"/>
              </a:spcBef>
              <a:buClr>
                <a:srgbClr val="90c226"/>
              </a:buClr>
              <a:buSzPct val="80000"/>
              <a:buFont typeface="Wingdings 3" charset="2"/>
              <a:buChar char=""/>
            </a:pPr>
            <a:r>
              <a:rPr b="0" lang="en-US" sz="1200" strike="noStrike" u="none">
                <a:solidFill>
                  <a:schemeClr val="lt1">
                    <a:lumMod val="75000"/>
                    <a:lumOff val="25000"/>
                  </a:schemeClr>
                </a:solidFill>
                <a:effectLst/>
                <a:uFillTx/>
                <a:latin typeface="Trebuchet MS"/>
              </a:rPr>
              <a:t>Fourth level</a:t>
            </a:r>
            <a:endParaRPr b="0" lang="en-US" sz="1200" strike="noStrike" u="none">
              <a:solidFill>
                <a:schemeClr val="lt1">
                  <a:lumMod val="75000"/>
                  <a:lumOff val="25000"/>
                </a:schemeClr>
              </a:solidFill>
              <a:effectLst/>
              <a:uFillTx/>
              <a:latin typeface="Trebuchet MS"/>
            </a:endParaRPr>
          </a:p>
          <a:p>
            <a:pPr lvl="4" marL="2057400" indent="-228600" defTabSz="457200">
              <a:lnSpc>
                <a:spcPct val="100000"/>
              </a:lnSpc>
              <a:spcBef>
                <a:spcPts val="1001"/>
              </a:spcBef>
              <a:buClr>
                <a:srgbClr val="90c226"/>
              </a:buClr>
              <a:buSzPct val="80000"/>
              <a:buFont typeface="Wingdings 3" charset="2"/>
              <a:buChar char=""/>
            </a:pPr>
            <a:r>
              <a:rPr b="0" lang="en-US" sz="1200" strike="noStrike" u="none">
                <a:solidFill>
                  <a:schemeClr val="lt1">
                    <a:lumMod val="75000"/>
                    <a:lumOff val="25000"/>
                  </a:schemeClr>
                </a:solidFill>
                <a:effectLst/>
                <a:uFillTx/>
                <a:latin typeface="Trebuchet MS"/>
              </a:rPr>
              <a:t>Fifth level</a:t>
            </a:r>
            <a:endParaRPr b="0" lang="en-US" sz="1200" strike="noStrike" u="none">
              <a:solidFill>
                <a:schemeClr val="lt1">
                  <a:lumMod val="75000"/>
                  <a:lumOff val="25000"/>
                </a:schemeClr>
              </a:solidFill>
              <a:effectLst/>
              <a:uFillTx/>
              <a:latin typeface="Trebuchet MS"/>
            </a:endParaRPr>
          </a:p>
        </p:txBody>
      </p:sp>
      <p:sp>
        <p:nvSpPr>
          <p:cNvPr id="160" name="PlaceHolder 3"/>
          <p:cNvSpPr>
            <a:spLocks noGrp="1"/>
          </p:cNvSpPr>
          <p:nvPr>
            <p:ph type="dt" idx="25"/>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lt1">
                    <a:tint val="75000"/>
                  </a:schemeClr>
                </a:solidFill>
                <a:effectLst/>
                <a:uFillTx/>
                <a:latin typeface="Trebuchet MS"/>
              </a:defRPr>
            </a:lvl1pPr>
          </a:lstStyle>
          <a:p>
            <a:pPr indent="0" algn="r" defTabSz="457200">
              <a:lnSpc>
                <a:spcPct val="100000"/>
              </a:lnSpc>
              <a:buNone/>
            </a:pPr>
            <a:r>
              <a:rPr b="0" lang="en-US" sz="900" strike="noStrike" u="none">
                <a:solidFill>
                  <a:schemeClr val="lt1">
                    <a:tint val="75000"/>
                  </a:schemeClr>
                </a:solidFill>
                <a:effectLst/>
                <a:uFillTx/>
                <a:latin typeface="Trebuchet MS"/>
              </a:rPr>
              <a:t>&lt;date/time&gt;</a:t>
            </a:r>
            <a:endParaRPr b="0" lang="en-IN" sz="900" strike="noStrike" u="none">
              <a:solidFill>
                <a:srgbClr val="ffffff"/>
              </a:solidFill>
              <a:effectLst/>
              <a:uFillTx/>
              <a:latin typeface="Times New Roman"/>
            </a:endParaRPr>
          </a:p>
        </p:txBody>
      </p:sp>
      <p:sp>
        <p:nvSpPr>
          <p:cNvPr id="161" name="PlaceHolder 4"/>
          <p:cNvSpPr>
            <a:spLocks noGrp="1"/>
          </p:cNvSpPr>
          <p:nvPr>
            <p:ph type="ftr" idx="26"/>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162" name="PlaceHolder 5"/>
          <p:cNvSpPr>
            <a:spLocks noGrp="1"/>
          </p:cNvSpPr>
          <p:nvPr>
            <p:ph type="sldNum" idx="27"/>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accent1"/>
                </a:solidFill>
                <a:effectLst/>
                <a:uFillTx/>
                <a:latin typeface="Trebuchet MS"/>
              </a:defRPr>
            </a:lvl1pPr>
          </a:lstStyle>
          <a:p>
            <a:pPr indent="0" algn="r" defTabSz="457200">
              <a:lnSpc>
                <a:spcPct val="100000"/>
              </a:lnSpc>
              <a:buNone/>
            </a:pPr>
            <a:fld id="{BCC44EC3-BB64-449C-8F2E-B34579ED812A}" type="slidenum">
              <a:rPr b="0" lang="en-US" sz="900" strike="noStrike" u="none">
                <a:solidFill>
                  <a:schemeClr val="accent1"/>
                </a:solidFill>
                <a:effectLst/>
                <a:uFillTx/>
                <a:latin typeface="Trebuchet MS"/>
              </a:rPr>
              <a:t>&lt;number&gt;</a:t>
            </a:fld>
            <a:endParaRPr b="0" lang="en-IN" sz="900" strike="noStrike" u="none">
              <a:solidFill>
                <a:srgbClr val="ffffff"/>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2c3c43"/>
        </a:solidFill>
      </p:bgPr>
    </p:bg>
    <p:spTree>
      <p:nvGrpSpPr>
        <p:cNvPr id="1" name=""/>
        <p:cNvGrpSpPr/>
        <p:nvPr/>
      </p:nvGrpSpPr>
      <p:grpSpPr>
        <a:xfrm>
          <a:off x="0" y="0"/>
          <a:ext cx="0" cy="0"/>
          <a:chOff x="0" y="0"/>
          <a:chExt cx="0" cy="0"/>
        </a:xfrm>
      </p:grpSpPr>
      <p:grpSp>
        <p:nvGrpSpPr>
          <p:cNvPr id="163" name="Group 7"/>
          <p:cNvGrpSpPr/>
          <p:nvPr/>
        </p:nvGrpSpPr>
        <p:grpSpPr>
          <a:xfrm>
            <a:off x="0" y="-8640"/>
            <a:ext cx="12191760" cy="6866640"/>
            <a:chOff x="0" y="-8640"/>
            <a:chExt cx="12191760" cy="6866640"/>
          </a:xfrm>
        </p:grpSpPr>
        <p:cxnSp>
          <p:nvCxnSpPr>
            <p:cNvPr id="164" name="Straight Connector 19"/>
            <p:cNvCxnSpPr/>
            <p:nvPr/>
          </p:nvCxnSpPr>
          <p:spPr>
            <a:xfrm>
              <a:off x="9370800" y="0"/>
              <a:ext cx="1219680" cy="6858360"/>
            </a:xfrm>
            <a:prstGeom prst="straightConnector1">
              <a:avLst/>
            </a:prstGeom>
            <a:ln cap="rnd" w="9525">
              <a:solidFill>
                <a:srgbClr val="000000">
                  <a:lumMod val="85000"/>
                  <a:lumOff val="15000"/>
                </a:srgbClr>
              </a:solidFill>
              <a:round/>
            </a:ln>
          </p:spPr>
        </p:cxnSp>
        <p:cxnSp>
          <p:nvCxnSpPr>
            <p:cNvPr id="165" name="Straight Connector 20"/>
            <p:cNvCxnSpPr/>
            <p:nvPr/>
          </p:nvCxnSpPr>
          <p:spPr>
            <a:xfrm flipH="1">
              <a:off x="7425000" y="3681360"/>
              <a:ext cx="4763880" cy="3177000"/>
            </a:xfrm>
            <a:prstGeom prst="straightConnector1">
              <a:avLst/>
            </a:prstGeom>
            <a:ln cap="rnd" w="9525">
              <a:solidFill>
                <a:srgbClr val="000000">
                  <a:lumMod val="85000"/>
                  <a:lumOff val="15000"/>
                </a:srgbClr>
              </a:solidFill>
              <a:round/>
            </a:ln>
          </p:spPr>
        </p:cxnSp>
        <p:sp>
          <p:nvSpPr>
            <p:cNvPr id="166"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67"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68"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69"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70"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71"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72"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73"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grpSp>
      <p:sp>
        <p:nvSpPr>
          <p:cNvPr id="174" name="PlaceHolder 1"/>
          <p:cNvSpPr>
            <a:spLocks noGrp="1"/>
          </p:cNvSpPr>
          <p:nvPr>
            <p:ph type="title"/>
          </p:nvPr>
        </p:nvSpPr>
        <p:spPr>
          <a:xfrm>
            <a:off x="677160" y="2700720"/>
            <a:ext cx="8596440" cy="1826280"/>
          </a:xfrm>
          <a:prstGeom prst="rect">
            <a:avLst/>
          </a:prstGeom>
          <a:noFill/>
          <a:ln w="0">
            <a:noFill/>
          </a:ln>
        </p:spPr>
        <p:txBody>
          <a:bodyPr lIns="91440" rIns="91440" tIns="45720" bIns="45720" anchor="b">
            <a:noAutofit/>
          </a:bodyPr>
          <a:p>
            <a:pPr indent="0" defTabSz="457200">
              <a:lnSpc>
                <a:spcPct val="100000"/>
              </a:lnSpc>
              <a:buNone/>
            </a:pPr>
            <a:r>
              <a:rPr b="0" lang="en-US" sz="4000" strike="noStrike" u="none">
                <a:solidFill>
                  <a:schemeClr val="accent1"/>
                </a:solidFill>
                <a:effectLst/>
                <a:uFillTx/>
                <a:latin typeface="Trebuchet MS"/>
              </a:rPr>
              <a:t>Click to edit Master title style</a:t>
            </a:r>
            <a:endParaRPr b="0" lang="en-US" sz="4000" strike="noStrike" u="none">
              <a:solidFill>
                <a:schemeClr val="lt1"/>
              </a:solidFill>
              <a:effectLst/>
              <a:uFillTx/>
              <a:latin typeface="Trebuchet MS"/>
            </a:endParaRPr>
          </a:p>
        </p:txBody>
      </p:sp>
      <p:sp>
        <p:nvSpPr>
          <p:cNvPr id="175" name="PlaceHolder 2"/>
          <p:cNvSpPr>
            <a:spLocks noGrp="1"/>
          </p:cNvSpPr>
          <p:nvPr>
            <p:ph type="body"/>
          </p:nvPr>
        </p:nvSpPr>
        <p:spPr>
          <a:xfrm>
            <a:off x="677160" y="4527360"/>
            <a:ext cx="8596440" cy="86004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trike="noStrike" u="none">
                <a:solidFill>
                  <a:schemeClr val="lt1">
                    <a:lumMod val="50000"/>
                    <a:lumOff val="50000"/>
                  </a:schemeClr>
                </a:solidFill>
                <a:effectLst/>
                <a:uFillTx/>
                <a:latin typeface="Trebuchet MS"/>
              </a:rPr>
              <a:t>Edit Master text styles</a:t>
            </a:r>
            <a:endParaRPr b="0" lang="en-US" sz="2000" strike="noStrike" u="none">
              <a:solidFill>
                <a:schemeClr val="lt1">
                  <a:lumMod val="75000"/>
                  <a:lumOff val="25000"/>
                </a:schemeClr>
              </a:solidFill>
              <a:effectLst/>
              <a:uFillTx/>
              <a:latin typeface="Trebuchet MS"/>
            </a:endParaRPr>
          </a:p>
        </p:txBody>
      </p:sp>
      <p:sp>
        <p:nvSpPr>
          <p:cNvPr id="176" name="PlaceHolder 3"/>
          <p:cNvSpPr>
            <a:spLocks noGrp="1"/>
          </p:cNvSpPr>
          <p:nvPr>
            <p:ph type="dt" idx="28"/>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lt1">
                    <a:tint val="75000"/>
                  </a:schemeClr>
                </a:solidFill>
                <a:effectLst/>
                <a:uFillTx/>
                <a:latin typeface="Trebuchet MS"/>
              </a:defRPr>
            </a:lvl1pPr>
          </a:lstStyle>
          <a:p>
            <a:pPr indent="0" algn="r" defTabSz="457200">
              <a:lnSpc>
                <a:spcPct val="100000"/>
              </a:lnSpc>
              <a:buNone/>
            </a:pPr>
            <a:r>
              <a:rPr b="0" lang="en-US" sz="900" strike="noStrike" u="none">
                <a:solidFill>
                  <a:schemeClr val="lt1">
                    <a:tint val="75000"/>
                  </a:schemeClr>
                </a:solidFill>
                <a:effectLst/>
                <a:uFillTx/>
                <a:latin typeface="Trebuchet MS"/>
              </a:rPr>
              <a:t>&lt;date/time&gt;</a:t>
            </a:r>
            <a:endParaRPr b="0" lang="en-IN" sz="900" strike="noStrike" u="none">
              <a:solidFill>
                <a:srgbClr val="ffffff"/>
              </a:solidFill>
              <a:effectLst/>
              <a:uFillTx/>
              <a:latin typeface="Times New Roman"/>
            </a:endParaRPr>
          </a:p>
        </p:txBody>
      </p:sp>
      <p:sp>
        <p:nvSpPr>
          <p:cNvPr id="177" name="PlaceHolder 4"/>
          <p:cNvSpPr>
            <a:spLocks noGrp="1"/>
          </p:cNvSpPr>
          <p:nvPr>
            <p:ph type="ftr" idx="29"/>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178" name="PlaceHolder 5"/>
          <p:cNvSpPr>
            <a:spLocks noGrp="1"/>
          </p:cNvSpPr>
          <p:nvPr>
            <p:ph type="sldNum" idx="30"/>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accent1"/>
                </a:solidFill>
                <a:effectLst/>
                <a:uFillTx/>
                <a:latin typeface="Trebuchet MS"/>
              </a:defRPr>
            </a:lvl1pPr>
          </a:lstStyle>
          <a:p>
            <a:pPr indent="0" algn="r" defTabSz="457200">
              <a:lnSpc>
                <a:spcPct val="100000"/>
              </a:lnSpc>
              <a:buNone/>
            </a:pPr>
            <a:fld id="{7AD6969A-CEFA-4E4E-BF18-F08E08FBC764}" type="slidenum">
              <a:rPr b="0" lang="en-US" sz="900" strike="noStrike" u="none">
                <a:solidFill>
                  <a:schemeClr val="accent1"/>
                </a:solidFill>
                <a:effectLst/>
                <a:uFillTx/>
                <a:latin typeface="Trebuchet MS"/>
              </a:rPr>
              <a:t>&lt;number&gt;</a:t>
            </a:fld>
            <a:endParaRPr b="0" lang="en-IN" sz="900" strike="noStrike" u="none">
              <a:solidFill>
                <a:srgbClr val="ffffff"/>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2c3c43"/>
        </a:solidFill>
      </p:bgPr>
    </p:bg>
    <p:spTree>
      <p:nvGrpSpPr>
        <p:cNvPr id="1" name=""/>
        <p:cNvGrpSpPr/>
        <p:nvPr/>
      </p:nvGrpSpPr>
      <p:grpSpPr>
        <a:xfrm>
          <a:off x="0" y="0"/>
          <a:ext cx="0" cy="0"/>
          <a:chOff x="0" y="0"/>
          <a:chExt cx="0" cy="0"/>
        </a:xfrm>
      </p:grpSpPr>
      <p:grpSp>
        <p:nvGrpSpPr>
          <p:cNvPr id="179" name="Group 7"/>
          <p:cNvGrpSpPr/>
          <p:nvPr/>
        </p:nvGrpSpPr>
        <p:grpSpPr>
          <a:xfrm>
            <a:off x="0" y="-8640"/>
            <a:ext cx="12191760" cy="6866640"/>
            <a:chOff x="0" y="-8640"/>
            <a:chExt cx="12191760" cy="6866640"/>
          </a:xfrm>
        </p:grpSpPr>
        <p:cxnSp>
          <p:nvCxnSpPr>
            <p:cNvPr id="180" name="Straight Connector 19"/>
            <p:cNvCxnSpPr/>
            <p:nvPr/>
          </p:nvCxnSpPr>
          <p:spPr>
            <a:xfrm>
              <a:off x="9370800" y="0"/>
              <a:ext cx="1219680" cy="6858360"/>
            </a:xfrm>
            <a:prstGeom prst="straightConnector1">
              <a:avLst/>
            </a:prstGeom>
            <a:ln cap="rnd" w="9525">
              <a:solidFill>
                <a:srgbClr val="000000">
                  <a:lumMod val="85000"/>
                  <a:lumOff val="15000"/>
                </a:srgbClr>
              </a:solidFill>
              <a:round/>
            </a:ln>
          </p:spPr>
        </p:cxnSp>
        <p:cxnSp>
          <p:nvCxnSpPr>
            <p:cNvPr id="181" name="Straight Connector 20"/>
            <p:cNvCxnSpPr/>
            <p:nvPr/>
          </p:nvCxnSpPr>
          <p:spPr>
            <a:xfrm flipH="1">
              <a:off x="7425000" y="3681360"/>
              <a:ext cx="4763880" cy="3177000"/>
            </a:xfrm>
            <a:prstGeom prst="straightConnector1">
              <a:avLst/>
            </a:prstGeom>
            <a:ln cap="rnd" w="9525">
              <a:solidFill>
                <a:srgbClr val="000000">
                  <a:lumMod val="85000"/>
                  <a:lumOff val="15000"/>
                </a:srgbClr>
              </a:solidFill>
              <a:round/>
            </a:ln>
          </p:spPr>
        </p:cxnSp>
        <p:sp>
          <p:nvSpPr>
            <p:cNvPr id="182"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83"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84"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85"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86"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87"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88"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89"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grpSp>
      <p:sp>
        <p:nvSpPr>
          <p:cNvPr id="190"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trike="noStrike" u="none">
                <a:solidFill>
                  <a:schemeClr val="accent1"/>
                </a:solidFill>
                <a:effectLst/>
                <a:uFillTx/>
                <a:latin typeface="Trebuchet MS"/>
              </a:rPr>
              <a:t>Click to edit Master title style</a:t>
            </a:r>
            <a:endParaRPr b="0" lang="en-US" sz="3600" strike="noStrike" u="none">
              <a:solidFill>
                <a:schemeClr val="lt1"/>
              </a:solidFill>
              <a:effectLst/>
              <a:uFillTx/>
              <a:latin typeface="Trebuchet MS"/>
            </a:endParaRPr>
          </a:p>
        </p:txBody>
      </p:sp>
      <p:sp>
        <p:nvSpPr>
          <p:cNvPr id="191" name="PlaceHolder 2"/>
          <p:cNvSpPr>
            <a:spLocks noGrp="1"/>
          </p:cNvSpPr>
          <p:nvPr>
            <p:ph type="body"/>
          </p:nvPr>
        </p:nvSpPr>
        <p:spPr>
          <a:xfrm>
            <a:off x="677160" y="2160720"/>
            <a:ext cx="4183560" cy="388044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b="0" lang="en-US" sz="1800" strike="noStrike" u="none">
                <a:solidFill>
                  <a:schemeClr val="lt1">
                    <a:lumMod val="75000"/>
                    <a:lumOff val="25000"/>
                  </a:schemeClr>
                </a:solidFill>
                <a:effectLst/>
                <a:uFillTx/>
                <a:latin typeface="Trebuchet MS"/>
              </a:rPr>
              <a:t>Edit Master text styles</a:t>
            </a:r>
            <a:endParaRPr b="0" lang="en-US" sz="1800" strike="noStrike" u="none">
              <a:solidFill>
                <a:schemeClr val="lt1">
                  <a:lumMod val="75000"/>
                  <a:lumOff val="25000"/>
                </a:schemeClr>
              </a:solidFill>
              <a:effectLst/>
              <a:uFillTx/>
              <a:latin typeface="Trebuchet MS"/>
            </a:endParaRPr>
          </a:p>
          <a:p>
            <a:pPr lvl="1" marL="743040" indent="-285840" defTabSz="457200">
              <a:lnSpc>
                <a:spcPct val="100000"/>
              </a:lnSpc>
              <a:spcBef>
                <a:spcPts val="1001"/>
              </a:spcBef>
              <a:buClr>
                <a:srgbClr val="90c226"/>
              </a:buClr>
              <a:buSzPct val="80000"/>
              <a:buFont typeface="Wingdings 3" charset="2"/>
              <a:buChar char=""/>
            </a:pPr>
            <a:r>
              <a:rPr b="0" lang="en-US" sz="1600" strike="noStrike" u="none">
                <a:solidFill>
                  <a:schemeClr val="lt1">
                    <a:lumMod val="75000"/>
                    <a:lumOff val="25000"/>
                  </a:schemeClr>
                </a:solidFill>
                <a:effectLst/>
                <a:uFillTx/>
                <a:latin typeface="Trebuchet MS"/>
              </a:rPr>
              <a:t>Second level</a:t>
            </a:r>
            <a:endParaRPr b="0" lang="en-US" sz="1600" strike="noStrike" u="none">
              <a:solidFill>
                <a:schemeClr val="lt1">
                  <a:lumMod val="75000"/>
                  <a:lumOff val="25000"/>
                </a:schemeClr>
              </a:solidFill>
              <a:effectLst/>
              <a:uFillTx/>
              <a:latin typeface="Trebuchet MS"/>
            </a:endParaRPr>
          </a:p>
          <a:p>
            <a:pPr lvl="2" marL="1143000" indent="-228600" defTabSz="457200">
              <a:lnSpc>
                <a:spcPct val="100000"/>
              </a:lnSpc>
              <a:spcBef>
                <a:spcPts val="1001"/>
              </a:spcBef>
              <a:buClr>
                <a:srgbClr val="90c226"/>
              </a:buClr>
              <a:buSzPct val="80000"/>
              <a:buFont typeface="Wingdings 3" charset="2"/>
              <a:buChar char=""/>
            </a:pPr>
            <a:r>
              <a:rPr b="0" lang="en-US" sz="1400" strike="noStrike" u="none">
                <a:solidFill>
                  <a:schemeClr val="lt1">
                    <a:lumMod val="75000"/>
                    <a:lumOff val="25000"/>
                  </a:schemeClr>
                </a:solidFill>
                <a:effectLst/>
                <a:uFillTx/>
                <a:latin typeface="Trebuchet MS"/>
              </a:rPr>
              <a:t>Third level</a:t>
            </a:r>
            <a:endParaRPr b="0" lang="en-US" sz="1400" strike="noStrike" u="none">
              <a:solidFill>
                <a:schemeClr val="lt1">
                  <a:lumMod val="75000"/>
                  <a:lumOff val="25000"/>
                </a:schemeClr>
              </a:solidFill>
              <a:effectLst/>
              <a:uFillTx/>
              <a:latin typeface="Trebuchet MS"/>
            </a:endParaRPr>
          </a:p>
          <a:p>
            <a:pPr lvl="3" marL="1600200" indent="-228600" defTabSz="457200">
              <a:lnSpc>
                <a:spcPct val="100000"/>
              </a:lnSpc>
              <a:spcBef>
                <a:spcPts val="1001"/>
              </a:spcBef>
              <a:buClr>
                <a:srgbClr val="90c226"/>
              </a:buClr>
              <a:buSzPct val="80000"/>
              <a:buFont typeface="Wingdings 3" charset="2"/>
              <a:buChar char=""/>
            </a:pPr>
            <a:r>
              <a:rPr b="0" lang="en-US" sz="1200" strike="noStrike" u="none">
                <a:solidFill>
                  <a:schemeClr val="lt1">
                    <a:lumMod val="75000"/>
                    <a:lumOff val="25000"/>
                  </a:schemeClr>
                </a:solidFill>
                <a:effectLst/>
                <a:uFillTx/>
                <a:latin typeface="Trebuchet MS"/>
              </a:rPr>
              <a:t>Fourth level</a:t>
            </a:r>
            <a:endParaRPr b="0" lang="en-US" sz="1200" strike="noStrike" u="none">
              <a:solidFill>
                <a:schemeClr val="lt1">
                  <a:lumMod val="75000"/>
                  <a:lumOff val="25000"/>
                </a:schemeClr>
              </a:solidFill>
              <a:effectLst/>
              <a:uFillTx/>
              <a:latin typeface="Trebuchet MS"/>
            </a:endParaRPr>
          </a:p>
          <a:p>
            <a:pPr lvl="4" marL="2057400" indent="-228600" defTabSz="457200">
              <a:lnSpc>
                <a:spcPct val="100000"/>
              </a:lnSpc>
              <a:spcBef>
                <a:spcPts val="1001"/>
              </a:spcBef>
              <a:buClr>
                <a:srgbClr val="90c226"/>
              </a:buClr>
              <a:buSzPct val="80000"/>
              <a:buFont typeface="Wingdings 3" charset="2"/>
              <a:buChar char=""/>
            </a:pPr>
            <a:r>
              <a:rPr b="0" lang="en-US" sz="1200" strike="noStrike" u="none">
                <a:solidFill>
                  <a:schemeClr val="lt1">
                    <a:lumMod val="75000"/>
                    <a:lumOff val="25000"/>
                  </a:schemeClr>
                </a:solidFill>
                <a:effectLst/>
                <a:uFillTx/>
                <a:latin typeface="Trebuchet MS"/>
              </a:rPr>
              <a:t>Fifth level</a:t>
            </a:r>
            <a:endParaRPr b="0" lang="en-US" sz="1200" strike="noStrike" u="none">
              <a:solidFill>
                <a:schemeClr val="lt1">
                  <a:lumMod val="75000"/>
                  <a:lumOff val="25000"/>
                </a:schemeClr>
              </a:solidFill>
              <a:effectLst/>
              <a:uFillTx/>
              <a:latin typeface="Trebuchet MS"/>
            </a:endParaRPr>
          </a:p>
        </p:txBody>
      </p:sp>
      <p:sp>
        <p:nvSpPr>
          <p:cNvPr id="192" name="PlaceHolder 3"/>
          <p:cNvSpPr>
            <a:spLocks noGrp="1"/>
          </p:cNvSpPr>
          <p:nvPr>
            <p:ph type="body"/>
          </p:nvPr>
        </p:nvSpPr>
        <p:spPr>
          <a:xfrm>
            <a:off x="5090040" y="2160720"/>
            <a:ext cx="4183560" cy="388044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b="0" lang="en-US" sz="1800" strike="noStrike" u="none">
                <a:solidFill>
                  <a:schemeClr val="lt1">
                    <a:lumMod val="75000"/>
                    <a:lumOff val="25000"/>
                  </a:schemeClr>
                </a:solidFill>
                <a:effectLst/>
                <a:uFillTx/>
                <a:latin typeface="Trebuchet MS"/>
              </a:rPr>
              <a:t>Edit Master text styles</a:t>
            </a:r>
            <a:endParaRPr b="0" lang="en-US" sz="1800" strike="noStrike" u="none">
              <a:solidFill>
                <a:schemeClr val="lt1">
                  <a:lumMod val="75000"/>
                  <a:lumOff val="25000"/>
                </a:schemeClr>
              </a:solidFill>
              <a:effectLst/>
              <a:uFillTx/>
              <a:latin typeface="Trebuchet MS"/>
            </a:endParaRPr>
          </a:p>
          <a:p>
            <a:pPr lvl="1" marL="743040" indent="-285840" defTabSz="457200">
              <a:lnSpc>
                <a:spcPct val="100000"/>
              </a:lnSpc>
              <a:spcBef>
                <a:spcPts val="1001"/>
              </a:spcBef>
              <a:buClr>
                <a:srgbClr val="90c226"/>
              </a:buClr>
              <a:buSzPct val="80000"/>
              <a:buFont typeface="Wingdings 3" charset="2"/>
              <a:buChar char=""/>
            </a:pPr>
            <a:r>
              <a:rPr b="0" lang="en-US" sz="1600" strike="noStrike" u="none">
                <a:solidFill>
                  <a:schemeClr val="lt1">
                    <a:lumMod val="75000"/>
                    <a:lumOff val="25000"/>
                  </a:schemeClr>
                </a:solidFill>
                <a:effectLst/>
                <a:uFillTx/>
                <a:latin typeface="Trebuchet MS"/>
              </a:rPr>
              <a:t>Second level</a:t>
            </a:r>
            <a:endParaRPr b="0" lang="en-US" sz="1600" strike="noStrike" u="none">
              <a:solidFill>
                <a:schemeClr val="lt1">
                  <a:lumMod val="75000"/>
                  <a:lumOff val="25000"/>
                </a:schemeClr>
              </a:solidFill>
              <a:effectLst/>
              <a:uFillTx/>
              <a:latin typeface="Trebuchet MS"/>
            </a:endParaRPr>
          </a:p>
          <a:p>
            <a:pPr lvl="2" marL="1143000" indent="-228600" defTabSz="457200">
              <a:lnSpc>
                <a:spcPct val="100000"/>
              </a:lnSpc>
              <a:spcBef>
                <a:spcPts val="1001"/>
              </a:spcBef>
              <a:buClr>
                <a:srgbClr val="90c226"/>
              </a:buClr>
              <a:buSzPct val="80000"/>
              <a:buFont typeface="Wingdings 3" charset="2"/>
              <a:buChar char=""/>
            </a:pPr>
            <a:r>
              <a:rPr b="0" lang="en-US" sz="1400" strike="noStrike" u="none">
                <a:solidFill>
                  <a:schemeClr val="lt1">
                    <a:lumMod val="75000"/>
                    <a:lumOff val="25000"/>
                  </a:schemeClr>
                </a:solidFill>
                <a:effectLst/>
                <a:uFillTx/>
                <a:latin typeface="Trebuchet MS"/>
              </a:rPr>
              <a:t>Third level</a:t>
            </a:r>
            <a:endParaRPr b="0" lang="en-US" sz="1400" strike="noStrike" u="none">
              <a:solidFill>
                <a:schemeClr val="lt1">
                  <a:lumMod val="75000"/>
                  <a:lumOff val="25000"/>
                </a:schemeClr>
              </a:solidFill>
              <a:effectLst/>
              <a:uFillTx/>
              <a:latin typeface="Trebuchet MS"/>
            </a:endParaRPr>
          </a:p>
          <a:p>
            <a:pPr lvl="3" marL="1600200" indent="-228600" defTabSz="457200">
              <a:lnSpc>
                <a:spcPct val="100000"/>
              </a:lnSpc>
              <a:spcBef>
                <a:spcPts val="1001"/>
              </a:spcBef>
              <a:buClr>
                <a:srgbClr val="90c226"/>
              </a:buClr>
              <a:buSzPct val="80000"/>
              <a:buFont typeface="Wingdings 3" charset="2"/>
              <a:buChar char=""/>
            </a:pPr>
            <a:r>
              <a:rPr b="0" lang="en-US" sz="1200" strike="noStrike" u="none">
                <a:solidFill>
                  <a:schemeClr val="lt1">
                    <a:lumMod val="75000"/>
                    <a:lumOff val="25000"/>
                  </a:schemeClr>
                </a:solidFill>
                <a:effectLst/>
                <a:uFillTx/>
                <a:latin typeface="Trebuchet MS"/>
              </a:rPr>
              <a:t>Fourth level</a:t>
            </a:r>
            <a:endParaRPr b="0" lang="en-US" sz="1200" strike="noStrike" u="none">
              <a:solidFill>
                <a:schemeClr val="lt1">
                  <a:lumMod val="75000"/>
                  <a:lumOff val="25000"/>
                </a:schemeClr>
              </a:solidFill>
              <a:effectLst/>
              <a:uFillTx/>
              <a:latin typeface="Trebuchet MS"/>
            </a:endParaRPr>
          </a:p>
          <a:p>
            <a:pPr lvl="4" marL="2057400" indent="-228600" defTabSz="457200">
              <a:lnSpc>
                <a:spcPct val="100000"/>
              </a:lnSpc>
              <a:spcBef>
                <a:spcPts val="1001"/>
              </a:spcBef>
              <a:buClr>
                <a:srgbClr val="90c226"/>
              </a:buClr>
              <a:buSzPct val="80000"/>
              <a:buFont typeface="Wingdings 3" charset="2"/>
              <a:buChar char=""/>
            </a:pPr>
            <a:r>
              <a:rPr b="0" lang="en-US" sz="1200" strike="noStrike" u="none">
                <a:solidFill>
                  <a:schemeClr val="lt1">
                    <a:lumMod val="75000"/>
                    <a:lumOff val="25000"/>
                  </a:schemeClr>
                </a:solidFill>
                <a:effectLst/>
                <a:uFillTx/>
                <a:latin typeface="Trebuchet MS"/>
              </a:rPr>
              <a:t>Fifth level</a:t>
            </a:r>
            <a:endParaRPr b="0" lang="en-US" sz="1200" strike="noStrike" u="none">
              <a:solidFill>
                <a:schemeClr val="lt1">
                  <a:lumMod val="75000"/>
                  <a:lumOff val="25000"/>
                </a:schemeClr>
              </a:solidFill>
              <a:effectLst/>
              <a:uFillTx/>
              <a:latin typeface="Trebuchet MS"/>
            </a:endParaRPr>
          </a:p>
        </p:txBody>
      </p:sp>
      <p:sp>
        <p:nvSpPr>
          <p:cNvPr id="193" name="PlaceHolder 4"/>
          <p:cNvSpPr>
            <a:spLocks noGrp="1"/>
          </p:cNvSpPr>
          <p:nvPr>
            <p:ph type="dt" idx="31"/>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lt1">
                    <a:tint val="75000"/>
                  </a:schemeClr>
                </a:solidFill>
                <a:effectLst/>
                <a:uFillTx/>
                <a:latin typeface="Trebuchet MS"/>
              </a:defRPr>
            </a:lvl1pPr>
          </a:lstStyle>
          <a:p>
            <a:pPr indent="0" algn="r" defTabSz="457200">
              <a:lnSpc>
                <a:spcPct val="100000"/>
              </a:lnSpc>
              <a:buNone/>
            </a:pPr>
            <a:r>
              <a:rPr b="0" lang="en-US" sz="900" strike="noStrike" u="none">
                <a:solidFill>
                  <a:schemeClr val="lt1">
                    <a:tint val="75000"/>
                  </a:schemeClr>
                </a:solidFill>
                <a:effectLst/>
                <a:uFillTx/>
                <a:latin typeface="Trebuchet MS"/>
              </a:rPr>
              <a:t>&lt;date/time&gt;</a:t>
            </a:r>
            <a:endParaRPr b="0" lang="en-IN" sz="900" strike="noStrike" u="none">
              <a:solidFill>
                <a:srgbClr val="ffffff"/>
              </a:solidFill>
              <a:effectLst/>
              <a:uFillTx/>
              <a:latin typeface="Times New Roman"/>
            </a:endParaRPr>
          </a:p>
        </p:txBody>
      </p:sp>
      <p:sp>
        <p:nvSpPr>
          <p:cNvPr id="194" name="PlaceHolder 5"/>
          <p:cNvSpPr>
            <a:spLocks noGrp="1"/>
          </p:cNvSpPr>
          <p:nvPr>
            <p:ph type="ftr" idx="32"/>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195" name="PlaceHolder 6"/>
          <p:cNvSpPr>
            <a:spLocks noGrp="1"/>
          </p:cNvSpPr>
          <p:nvPr>
            <p:ph type="sldNum" idx="33"/>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accent1"/>
                </a:solidFill>
                <a:effectLst/>
                <a:uFillTx/>
                <a:latin typeface="Trebuchet MS"/>
              </a:defRPr>
            </a:lvl1pPr>
          </a:lstStyle>
          <a:p>
            <a:pPr indent="0" algn="r" defTabSz="457200">
              <a:lnSpc>
                <a:spcPct val="100000"/>
              </a:lnSpc>
              <a:buNone/>
            </a:pPr>
            <a:fld id="{3B648406-A3ED-48B9-98E9-10C2EA062955}" type="slidenum">
              <a:rPr b="0" lang="en-US" sz="900" strike="noStrike" u="none">
                <a:solidFill>
                  <a:schemeClr val="accent1"/>
                </a:solidFill>
                <a:effectLst/>
                <a:uFillTx/>
                <a:latin typeface="Trebuchet MS"/>
              </a:rPr>
              <a:t>&lt;number&gt;</a:t>
            </a:fld>
            <a:endParaRPr b="0" lang="en-IN" sz="900" strike="noStrike" u="none">
              <a:solidFill>
                <a:srgbClr val="ffffff"/>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2c3c43"/>
        </a:solidFill>
      </p:bgPr>
    </p:bg>
    <p:spTree>
      <p:nvGrpSpPr>
        <p:cNvPr id="1" name=""/>
        <p:cNvGrpSpPr/>
        <p:nvPr/>
      </p:nvGrpSpPr>
      <p:grpSpPr>
        <a:xfrm>
          <a:off x="0" y="0"/>
          <a:ext cx="0" cy="0"/>
          <a:chOff x="0" y="0"/>
          <a:chExt cx="0" cy="0"/>
        </a:xfrm>
      </p:grpSpPr>
      <p:grpSp>
        <p:nvGrpSpPr>
          <p:cNvPr id="215" name="Group 7"/>
          <p:cNvGrpSpPr/>
          <p:nvPr/>
        </p:nvGrpSpPr>
        <p:grpSpPr>
          <a:xfrm>
            <a:off x="0" y="-8640"/>
            <a:ext cx="12191760" cy="6866640"/>
            <a:chOff x="0" y="-8640"/>
            <a:chExt cx="12191760" cy="6866640"/>
          </a:xfrm>
        </p:grpSpPr>
        <p:cxnSp>
          <p:nvCxnSpPr>
            <p:cNvPr id="216" name="Straight Connector 19"/>
            <p:cNvCxnSpPr/>
            <p:nvPr/>
          </p:nvCxnSpPr>
          <p:spPr>
            <a:xfrm>
              <a:off x="9370800" y="0"/>
              <a:ext cx="1219680" cy="6858360"/>
            </a:xfrm>
            <a:prstGeom prst="straightConnector1">
              <a:avLst/>
            </a:prstGeom>
            <a:ln cap="rnd" w="9525">
              <a:solidFill>
                <a:srgbClr val="000000">
                  <a:lumMod val="85000"/>
                  <a:lumOff val="15000"/>
                </a:srgbClr>
              </a:solidFill>
              <a:round/>
            </a:ln>
          </p:spPr>
        </p:cxnSp>
        <p:cxnSp>
          <p:nvCxnSpPr>
            <p:cNvPr id="217" name="Straight Connector 20"/>
            <p:cNvCxnSpPr/>
            <p:nvPr/>
          </p:nvCxnSpPr>
          <p:spPr>
            <a:xfrm flipH="1">
              <a:off x="7425000" y="3681360"/>
              <a:ext cx="4763880" cy="3177000"/>
            </a:xfrm>
            <a:prstGeom prst="straightConnector1">
              <a:avLst/>
            </a:prstGeom>
            <a:ln cap="rnd" w="9525">
              <a:solidFill>
                <a:srgbClr val="000000">
                  <a:lumMod val="85000"/>
                  <a:lumOff val="15000"/>
                </a:srgbClr>
              </a:solidFill>
              <a:round/>
            </a:ln>
          </p:spPr>
        </p:cxnSp>
        <p:sp>
          <p:nvSpPr>
            <p:cNvPr id="218"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19"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20"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21"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22"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23"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24"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25"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grpSp>
      <p:sp>
        <p:nvSpPr>
          <p:cNvPr id="226"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trike="noStrike" u="none">
                <a:solidFill>
                  <a:schemeClr val="accent1"/>
                </a:solidFill>
                <a:effectLst/>
                <a:uFillTx/>
                <a:latin typeface="Trebuchet MS"/>
              </a:rPr>
              <a:t>Click to edit Master title style</a:t>
            </a:r>
            <a:endParaRPr b="0" lang="en-US" sz="3600" strike="noStrike" u="none">
              <a:solidFill>
                <a:schemeClr val="lt1"/>
              </a:solidFill>
              <a:effectLst/>
              <a:uFillTx/>
              <a:latin typeface="Trebuchet MS"/>
            </a:endParaRPr>
          </a:p>
        </p:txBody>
      </p:sp>
      <p:sp>
        <p:nvSpPr>
          <p:cNvPr id="227" name="PlaceHolder 2"/>
          <p:cNvSpPr>
            <a:spLocks noGrp="1"/>
          </p:cNvSpPr>
          <p:nvPr>
            <p:ph type="dt" idx="37"/>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lt1">
                    <a:tint val="75000"/>
                  </a:schemeClr>
                </a:solidFill>
                <a:effectLst/>
                <a:uFillTx/>
                <a:latin typeface="Trebuchet MS"/>
              </a:defRPr>
            </a:lvl1pPr>
          </a:lstStyle>
          <a:p>
            <a:pPr indent="0" algn="r" defTabSz="457200">
              <a:lnSpc>
                <a:spcPct val="100000"/>
              </a:lnSpc>
              <a:buNone/>
            </a:pPr>
            <a:r>
              <a:rPr b="0" lang="en-US" sz="900" strike="noStrike" u="none">
                <a:solidFill>
                  <a:schemeClr val="lt1">
                    <a:tint val="75000"/>
                  </a:schemeClr>
                </a:solidFill>
                <a:effectLst/>
                <a:uFillTx/>
                <a:latin typeface="Trebuchet MS"/>
              </a:rPr>
              <a:t>&lt;date/time&gt;</a:t>
            </a:r>
            <a:endParaRPr b="0" lang="en-IN" sz="900" strike="noStrike" u="none">
              <a:solidFill>
                <a:srgbClr val="ffffff"/>
              </a:solidFill>
              <a:effectLst/>
              <a:uFillTx/>
              <a:latin typeface="Times New Roman"/>
            </a:endParaRPr>
          </a:p>
        </p:txBody>
      </p:sp>
      <p:sp>
        <p:nvSpPr>
          <p:cNvPr id="228" name="PlaceHolder 3"/>
          <p:cNvSpPr>
            <a:spLocks noGrp="1"/>
          </p:cNvSpPr>
          <p:nvPr>
            <p:ph type="ftr" idx="38"/>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229" name="PlaceHolder 4"/>
          <p:cNvSpPr>
            <a:spLocks noGrp="1"/>
          </p:cNvSpPr>
          <p:nvPr>
            <p:ph type="sldNum" idx="39"/>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accent1"/>
                </a:solidFill>
                <a:effectLst/>
                <a:uFillTx/>
                <a:latin typeface="Trebuchet MS"/>
              </a:defRPr>
            </a:lvl1pPr>
          </a:lstStyle>
          <a:p>
            <a:pPr indent="0" algn="r" defTabSz="457200">
              <a:lnSpc>
                <a:spcPct val="100000"/>
              </a:lnSpc>
              <a:buNone/>
            </a:pPr>
            <a:fld id="{D3874579-E29F-4A64-994A-7062C80105F5}" type="slidenum">
              <a:rPr b="0" lang="en-US" sz="900" strike="noStrike" u="none">
                <a:solidFill>
                  <a:schemeClr val="accent1"/>
                </a:solidFill>
                <a:effectLst/>
                <a:uFillTx/>
                <a:latin typeface="Trebuchet MS"/>
              </a:rPr>
              <a:t>&lt;number&gt;</a:t>
            </a:fld>
            <a:endParaRPr b="0" lang="en-IN" sz="900" strike="noStrike" u="none">
              <a:solidFill>
                <a:srgbClr val="ffffff"/>
              </a:solidFill>
              <a:effectLst/>
              <a:uFillTx/>
              <a:latin typeface="Times New Roman"/>
            </a:endParaRPr>
          </a:p>
        </p:txBody>
      </p:sp>
      <p:sp>
        <p:nvSpPr>
          <p:cNvPr id="230"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1800" strike="noStrike" u="none">
                <a:solidFill>
                  <a:schemeClr val="lt1">
                    <a:lumMod val="75000"/>
                    <a:lumOff val="25000"/>
                  </a:schemeClr>
                </a:solidFill>
                <a:effectLst/>
                <a:uFillTx/>
                <a:latin typeface="Trebuchet MS"/>
              </a:rPr>
              <a:t>Click to edit the outline text format</a:t>
            </a:r>
            <a:endParaRPr b="0" lang="en-US" sz="1800" strike="noStrike" u="none">
              <a:solidFill>
                <a:schemeClr val="lt1">
                  <a:lumMod val="75000"/>
                  <a:lumOff val="25000"/>
                </a:schemeClr>
              </a:solidFill>
              <a:effectLst/>
              <a:uFillTx/>
              <a:latin typeface="Trebuchet MS"/>
            </a:endParaRPr>
          </a:p>
          <a:p>
            <a:pPr lvl="1" marL="864000" indent="-324000">
              <a:spcBef>
                <a:spcPts val="1134"/>
              </a:spcBef>
              <a:buClr>
                <a:srgbClr val="ffffff"/>
              </a:buClr>
              <a:buSzPct val="75000"/>
              <a:buFont typeface="Symbol" charset="2"/>
              <a:buChar char=""/>
            </a:pPr>
            <a:r>
              <a:rPr b="0" lang="en-US" sz="1400" strike="noStrike" u="none">
                <a:solidFill>
                  <a:schemeClr val="lt1">
                    <a:lumMod val="75000"/>
                    <a:lumOff val="25000"/>
                  </a:schemeClr>
                </a:solidFill>
                <a:effectLst/>
                <a:uFillTx/>
                <a:latin typeface="Trebuchet MS"/>
              </a:rPr>
              <a:t>Second Outline Level</a:t>
            </a:r>
            <a:endParaRPr b="0" lang="en-US" sz="1400" strike="noStrike" u="none">
              <a:solidFill>
                <a:schemeClr val="lt1">
                  <a:lumMod val="75000"/>
                  <a:lumOff val="25000"/>
                </a:schemeClr>
              </a:solidFill>
              <a:effectLst/>
              <a:uFillTx/>
              <a:latin typeface="Trebuchet MS"/>
            </a:endParaRPr>
          </a:p>
          <a:p>
            <a:pPr lvl="2" marL="1296000" indent="-288000">
              <a:spcBef>
                <a:spcPts val="850"/>
              </a:spcBef>
              <a:buClr>
                <a:srgbClr val="ffffff"/>
              </a:buClr>
              <a:buSzPct val="45000"/>
              <a:buFont typeface="Wingdings" charset="2"/>
              <a:buChar char=""/>
            </a:pPr>
            <a:r>
              <a:rPr b="0" lang="en-US" sz="1200" strike="noStrike" u="none">
                <a:solidFill>
                  <a:schemeClr val="lt1">
                    <a:lumMod val="75000"/>
                    <a:lumOff val="25000"/>
                  </a:schemeClr>
                </a:solidFill>
                <a:effectLst/>
                <a:uFillTx/>
                <a:latin typeface="Trebuchet MS"/>
              </a:rPr>
              <a:t>Third Outline Level</a:t>
            </a:r>
            <a:endParaRPr b="0" lang="en-US" sz="1200" strike="noStrike" u="none">
              <a:solidFill>
                <a:schemeClr val="lt1">
                  <a:lumMod val="75000"/>
                  <a:lumOff val="25000"/>
                </a:schemeClr>
              </a:solidFill>
              <a:effectLst/>
              <a:uFillTx/>
              <a:latin typeface="Trebuchet MS"/>
            </a:endParaRPr>
          </a:p>
          <a:p>
            <a:pPr lvl="3" marL="1728000" indent="-216000">
              <a:spcBef>
                <a:spcPts val="567"/>
              </a:spcBef>
              <a:buClr>
                <a:srgbClr val="ffffff"/>
              </a:buClr>
              <a:buSzPct val="75000"/>
              <a:buFont typeface="Symbol" charset="2"/>
              <a:buChar char=""/>
            </a:pPr>
            <a:r>
              <a:rPr b="0" lang="en-US" sz="1200" strike="noStrike" u="none">
                <a:solidFill>
                  <a:schemeClr val="lt1">
                    <a:lumMod val="75000"/>
                    <a:lumOff val="25000"/>
                  </a:schemeClr>
                </a:solidFill>
                <a:effectLst/>
                <a:uFillTx/>
                <a:latin typeface="Trebuchet MS"/>
              </a:rPr>
              <a:t>Fourth Outline Level</a:t>
            </a:r>
            <a:endParaRPr b="0" lang="en-US" sz="1200" strike="noStrike" u="none">
              <a:solidFill>
                <a:schemeClr val="lt1">
                  <a:lumMod val="75000"/>
                  <a:lumOff val="25000"/>
                </a:schemeClr>
              </a:solidFill>
              <a:effectLst/>
              <a:uFillTx/>
              <a:latin typeface="Trebuchet MS"/>
            </a:endParaRPr>
          </a:p>
          <a:p>
            <a:pPr lvl="4" marL="2160000" indent="-216000">
              <a:spcBef>
                <a:spcPts val="283"/>
              </a:spcBef>
              <a:buClr>
                <a:srgbClr val="ffffff"/>
              </a:buClr>
              <a:buSzPct val="45000"/>
              <a:buFont typeface="Wingdings" charset="2"/>
              <a:buChar char=""/>
            </a:pPr>
            <a:r>
              <a:rPr b="0" lang="en-US" sz="2000" strike="noStrike" u="none">
                <a:solidFill>
                  <a:schemeClr val="lt1">
                    <a:lumMod val="75000"/>
                    <a:lumOff val="25000"/>
                  </a:schemeClr>
                </a:solidFill>
                <a:effectLst/>
                <a:uFillTx/>
                <a:latin typeface="Trebuchet MS"/>
              </a:rPr>
              <a:t>Fifth Outline Level</a:t>
            </a:r>
            <a:endParaRPr b="0" lang="en-US" sz="2000" strike="noStrike" u="none">
              <a:solidFill>
                <a:schemeClr val="lt1">
                  <a:lumMod val="75000"/>
                  <a:lumOff val="25000"/>
                </a:schemeClr>
              </a:solidFill>
              <a:effectLst/>
              <a:uFillTx/>
              <a:latin typeface="Trebuchet MS"/>
            </a:endParaRPr>
          </a:p>
          <a:p>
            <a:pPr lvl="5" marL="2592000" indent="-216000">
              <a:spcBef>
                <a:spcPts val="283"/>
              </a:spcBef>
              <a:buClr>
                <a:srgbClr val="ffffff"/>
              </a:buClr>
              <a:buSzPct val="45000"/>
              <a:buFont typeface="Wingdings" charset="2"/>
              <a:buChar char=""/>
            </a:pPr>
            <a:r>
              <a:rPr b="0" lang="en-US" sz="2000" strike="noStrike" u="none">
                <a:solidFill>
                  <a:schemeClr val="lt1">
                    <a:lumMod val="75000"/>
                    <a:lumOff val="25000"/>
                  </a:schemeClr>
                </a:solidFill>
                <a:effectLst/>
                <a:uFillTx/>
                <a:latin typeface="Trebuchet MS"/>
              </a:rPr>
              <a:t>Sixth Outline Level</a:t>
            </a:r>
            <a:endParaRPr b="0" lang="en-US" sz="2000" strike="noStrike" u="none">
              <a:solidFill>
                <a:schemeClr val="lt1">
                  <a:lumMod val="75000"/>
                  <a:lumOff val="25000"/>
                </a:schemeClr>
              </a:solidFill>
              <a:effectLst/>
              <a:uFillTx/>
              <a:latin typeface="Trebuchet MS"/>
            </a:endParaRPr>
          </a:p>
          <a:p>
            <a:pPr lvl="6" marL="3024000" indent="-216000">
              <a:spcBef>
                <a:spcPts val="283"/>
              </a:spcBef>
              <a:buClr>
                <a:srgbClr val="ffffff"/>
              </a:buClr>
              <a:buSzPct val="45000"/>
              <a:buFont typeface="Wingdings" charset="2"/>
              <a:buChar char=""/>
            </a:pPr>
            <a:r>
              <a:rPr b="0" lang="en-US" sz="2000" strike="noStrike" u="none">
                <a:solidFill>
                  <a:schemeClr val="lt1">
                    <a:lumMod val="75000"/>
                    <a:lumOff val="25000"/>
                  </a:schemeClr>
                </a:solidFill>
                <a:effectLst/>
                <a:uFillTx/>
                <a:latin typeface="Trebuchet MS"/>
              </a:rPr>
              <a:t>Seventh Outline Level</a:t>
            </a:r>
            <a:endParaRPr b="0" lang="en-US" sz="2000" strike="noStrike" u="none">
              <a:solidFill>
                <a:schemeClr val="lt1">
                  <a:lumMod val="75000"/>
                  <a:lumOff val="25000"/>
                </a:schemeClr>
              </a:solidFill>
              <a:effectLst/>
              <a:uFillTx/>
              <a:latin typeface="Trebuchet MS"/>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2c3c43"/>
        </a:solidFill>
      </p:bgPr>
    </p:bg>
    <p:spTree>
      <p:nvGrpSpPr>
        <p:cNvPr id="1" name=""/>
        <p:cNvGrpSpPr/>
        <p:nvPr/>
      </p:nvGrpSpPr>
      <p:grpSpPr>
        <a:xfrm>
          <a:off x="0" y="0"/>
          <a:ext cx="0" cy="0"/>
          <a:chOff x="0" y="0"/>
          <a:chExt cx="0" cy="0"/>
        </a:xfrm>
      </p:grpSpPr>
      <p:grpSp>
        <p:nvGrpSpPr>
          <p:cNvPr id="247" name="Group 7"/>
          <p:cNvGrpSpPr/>
          <p:nvPr/>
        </p:nvGrpSpPr>
        <p:grpSpPr>
          <a:xfrm>
            <a:off x="0" y="-8640"/>
            <a:ext cx="12191760" cy="6866640"/>
            <a:chOff x="0" y="-8640"/>
            <a:chExt cx="12191760" cy="6866640"/>
          </a:xfrm>
        </p:grpSpPr>
        <p:cxnSp>
          <p:nvCxnSpPr>
            <p:cNvPr id="248" name="Straight Connector 19"/>
            <p:cNvCxnSpPr/>
            <p:nvPr/>
          </p:nvCxnSpPr>
          <p:spPr>
            <a:xfrm>
              <a:off x="9370800" y="0"/>
              <a:ext cx="1219680" cy="6858360"/>
            </a:xfrm>
            <a:prstGeom prst="straightConnector1">
              <a:avLst/>
            </a:prstGeom>
            <a:ln cap="rnd" w="9525">
              <a:solidFill>
                <a:srgbClr val="000000">
                  <a:lumMod val="85000"/>
                  <a:lumOff val="15000"/>
                </a:srgbClr>
              </a:solidFill>
              <a:round/>
            </a:ln>
          </p:spPr>
        </p:cxnSp>
        <p:cxnSp>
          <p:nvCxnSpPr>
            <p:cNvPr id="249" name="Straight Connector 20"/>
            <p:cNvCxnSpPr/>
            <p:nvPr/>
          </p:nvCxnSpPr>
          <p:spPr>
            <a:xfrm flipH="1">
              <a:off x="7425000" y="3681360"/>
              <a:ext cx="4763880" cy="3177000"/>
            </a:xfrm>
            <a:prstGeom prst="straightConnector1">
              <a:avLst/>
            </a:prstGeom>
            <a:ln cap="rnd" w="9525">
              <a:solidFill>
                <a:srgbClr val="000000">
                  <a:lumMod val="85000"/>
                  <a:lumOff val="15000"/>
                </a:srgbClr>
              </a:solidFill>
              <a:round/>
            </a:ln>
          </p:spPr>
        </p:cxnSp>
        <p:sp>
          <p:nvSpPr>
            <p:cNvPr id="234"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35"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36"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37"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38"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39"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40"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41"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grpSp>
      <p:sp>
        <p:nvSpPr>
          <p:cNvPr id="250" name="PlaceHolder 1"/>
          <p:cNvSpPr>
            <a:spLocks noGrp="1"/>
          </p:cNvSpPr>
          <p:nvPr>
            <p:ph type="dt" idx="43"/>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lt1">
                    <a:tint val="75000"/>
                  </a:schemeClr>
                </a:solidFill>
                <a:effectLst/>
                <a:uFillTx/>
                <a:latin typeface="Trebuchet MS"/>
              </a:defRPr>
            </a:lvl1pPr>
          </a:lstStyle>
          <a:p>
            <a:pPr indent="0" algn="r" defTabSz="457200">
              <a:lnSpc>
                <a:spcPct val="100000"/>
              </a:lnSpc>
              <a:buNone/>
            </a:pPr>
            <a:r>
              <a:rPr b="0" lang="en-US" sz="900" strike="noStrike" u="none">
                <a:solidFill>
                  <a:schemeClr val="lt1">
                    <a:tint val="75000"/>
                  </a:schemeClr>
                </a:solidFill>
                <a:effectLst/>
                <a:uFillTx/>
                <a:latin typeface="Trebuchet MS"/>
              </a:rPr>
              <a:t>&lt;date/time&gt;</a:t>
            </a:r>
            <a:endParaRPr b="0" lang="en-IN" sz="900" strike="noStrike" u="none">
              <a:solidFill>
                <a:srgbClr val="ffffff"/>
              </a:solidFill>
              <a:effectLst/>
              <a:uFillTx/>
              <a:latin typeface="Times New Roman"/>
            </a:endParaRPr>
          </a:p>
        </p:txBody>
      </p:sp>
      <p:sp>
        <p:nvSpPr>
          <p:cNvPr id="251" name="PlaceHolder 2"/>
          <p:cNvSpPr>
            <a:spLocks noGrp="1"/>
          </p:cNvSpPr>
          <p:nvPr>
            <p:ph type="ftr" idx="44"/>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252" name="PlaceHolder 3"/>
          <p:cNvSpPr>
            <a:spLocks noGrp="1"/>
          </p:cNvSpPr>
          <p:nvPr>
            <p:ph type="sldNum" idx="45"/>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accent1"/>
                </a:solidFill>
                <a:effectLst/>
                <a:uFillTx/>
                <a:latin typeface="Trebuchet MS"/>
              </a:defRPr>
            </a:lvl1pPr>
          </a:lstStyle>
          <a:p>
            <a:pPr indent="0" algn="r" defTabSz="457200">
              <a:lnSpc>
                <a:spcPct val="100000"/>
              </a:lnSpc>
              <a:buNone/>
            </a:pPr>
            <a:fld id="{7821BCE0-9512-409C-8AFF-7A7BD72B4B47}" type="slidenum">
              <a:rPr b="0" lang="en-US" sz="900" strike="noStrike" u="none">
                <a:solidFill>
                  <a:schemeClr val="accent1"/>
                </a:solidFill>
                <a:effectLst/>
                <a:uFillTx/>
                <a:latin typeface="Trebuchet MS"/>
              </a:rPr>
              <a:t>&lt;number&gt;</a:t>
            </a:fld>
            <a:endParaRPr b="0" lang="en-IN" sz="900" strike="noStrike" u="none">
              <a:solidFill>
                <a:srgbClr val="ffffff"/>
              </a:solidFill>
              <a:effectLst/>
              <a:uFillTx/>
              <a:latin typeface="Times New Roman"/>
            </a:endParaRPr>
          </a:p>
        </p:txBody>
      </p:sp>
      <p:sp>
        <p:nvSpPr>
          <p:cNvPr id="253"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trike="noStrike" u="none">
                <a:solidFill>
                  <a:schemeClr val="lt1"/>
                </a:solidFill>
                <a:effectLst/>
                <a:uFillTx/>
                <a:latin typeface="Trebuchet MS"/>
              </a:rPr>
              <a:t>Click to edit the title text format</a:t>
            </a:r>
            <a:endParaRPr b="0" lang="en-US" sz="1800" strike="noStrike" u="none">
              <a:solidFill>
                <a:schemeClr val="lt1"/>
              </a:solidFill>
              <a:effectLst/>
              <a:uFillTx/>
              <a:latin typeface="Trebuchet MS"/>
            </a:endParaRPr>
          </a:p>
        </p:txBody>
      </p:sp>
      <p:sp>
        <p:nvSpPr>
          <p:cNvPr id="25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1800" strike="noStrike" u="none">
                <a:solidFill>
                  <a:schemeClr val="lt1">
                    <a:lumMod val="75000"/>
                    <a:lumOff val="25000"/>
                  </a:schemeClr>
                </a:solidFill>
                <a:effectLst/>
                <a:uFillTx/>
                <a:latin typeface="Trebuchet MS"/>
              </a:rPr>
              <a:t>Click to edit the outline text format</a:t>
            </a:r>
            <a:endParaRPr b="0" lang="en-US" sz="1800" strike="noStrike" u="none">
              <a:solidFill>
                <a:schemeClr val="lt1">
                  <a:lumMod val="75000"/>
                  <a:lumOff val="25000"/>
                </a:schemeClr>
              </a:solidFill>
              <a:effectLst/>
              <a:uFillTx/>
              <a:latin typeface="Trebuchet MS"/>
            </a:endParaRPr>
          </a:p>
          <a:p>
            <a:pPr lvl="1" marL="864000" indent="-324000">
              <a:spcBef>
                <a:spcPts val="1134"/>
              </a:spcBef>
              <a:buClr>
                <a:srgbClr val="ffffff"/>
              </a:buClr>
              <a:buSzPct val="75000"/>
              <a:buFont typeface="Symbol" charset="2"/>
              <a:buChar char=""/>
            </a:pPr>
            <a:r>
              <a:rPr b="0" lang="en-US" sz="1400" strike="noStrike" u="none">
                <a:solidFill>
                  <a:schemeClr val="lt1">
                    <a:lumMod val="75000"/>
                    <a:lumOff val="25000"/>
                  </a:schemeClr>
                </a:solidFill>
                <a:effectLst/>
                <a:uFillTx/>
                <a:latin typeface="Trebuchet MS"/>
              </a:rPr>
              <a:t>Second Outline Level</a:t>
            </a:r>
            <a:endParaRPr b="0" lang="en-US" sz="1400" strike="noStrike" u="none">
              <a:solidFill>
                <a:schemeClr val="lt1">
                  <a:lumMod val="75000"/>
                  <a:lumOff val="25000"/>
                </a:schemeClr>
              </a:solidFill>
              <a:effectLst/>
              <a:uFillTx/>
              <a:latin typeface="Trebuchet MS"/>
            </a:endParaRPr>
          </a:p>
          <a:p>
            <a:pPr lvl="2" marL="1296000" indent="-288000">
              <a:spcBef>
                <a:spcPts val="850"/>
              </a:spcBef>
              <a:buClr>
                <a:srgbClr val="ffffff"/>
              </a:buClr>
              <a:buSzPct val="45000"/>
              <a:buFont typeface="Wingdings" charset="2"/>
              <a:buChar char=""/>
            </a:pPr>
            <a:r>
              <a:rPr b="0" lang="en-US" sz="1200" strike="noStrike" u="none">
                <a:solidFill>
                  <a:schemeClr val="lt1">
                    <a:lumMod val="75000"/>
                    <a:lumOff val="25000"/>
                  </a:schemeClr>
                </a:solidFill>
                <a:effectLst/>
                <a:uFillTx/>
                <a:latin typeface="Trebuchet MS"/>
              </a:rPr>
              <a:t>Third Outline Level</a:t>
            </a:r>
            <a:endParaRPr b="0" lang="en-US" sz="1200" strike="noStrike" u="none">
              <a:solidFill>
                <a:schemeClr val="lt1">
                  <a:lumMod val="75000"/>
                  <a:lumOff val="25000"/>
                </a:schemeClr>
              </a:solidFill>
              <a:effectLst/>
              <a:uFillTx/>
              <a:latin typeface="Trebuchet MS"/>
            </a:endParaRPr>
          </a:p>
          <a:p>
            <a:pPr lvl="3" marL="1728000" indent="-216000">
              <a:spcBef>
                <a:spcPts val="567"/>
              </a:spcBef>
              <a:buClr>
                <a:srgbClr val="ffffff"/>
              </a:buClr>
              <a:buSzPct val="75000"/>
              <a:buFont typeface="Symbol" charset="2"/>
              <a:buChar char=""/>
            </a:pPr>
            <a:r>
              <a:rPr b="0" lang="en-US" sz="1200" strike="noStrike" u="none">
                <a:solidFill>
                  <a:schemeClr val="lt1">
                    <a:lumMod val="75000"/>
                    <a:lumOff val="25000"/>
                  </a:schemeClr>
                </a:solidFill>
                <a:effectLst/>
                <a:uFillTx/>
                <a:latin typeface="Trebuchet MS"/>
              </a:rPr>
              <a:t>Fourth Outline Level</a:t>
            </a:r>
            <a:endParaRPr b="0" lang="en-US" sz="1200" strike="noStrike" u="none">
              <a:solidFill>
                <a:schemeClr val="lt1">
                  <a:lumMod val="75000"/>
                  <a:lumOff val="25000"/>
                </a:schemeClr>
              </a:solidFill>
              <a:effectLst/>
              <a:uFillTx/>
              <a:latin typeface="Trebuchet MS"/>
            </a:endParaRPr>
          </a:p>
          <a:p>
            <a:pPr lvl="4" marL="2160000" indent="-216000">
              <a:spcBef>
                <a:spcPts val="283"/>
              </a:spcBef>
              <a:buClr>
                <a:srgbClr val="ffffff"/>
              </a:buClr>
              <a:buSzPct val="45000"/>
              <a:buFont typeface="Wingdings" charset="2"/>
              <a:buChar char=""/>
            </a:pPr>
            <a:r>
              <a:rPr b="0" lang="en-US" sz="2000" strike="noStrike" u="none">
                <a:solidFill>
                  <a:schemeClr val="lt1">
                    <a:lumMod val="75000"/>
                    <a:lumOff val="25000"/>
                  </a:schemeClr>
                </a:solidFill>
                <a:effectLst/>
                <a:uFillTx/>
                <a:latin typeface="Trebuchet MS"/>
              </a:rPr>
              <a:t>Fifth Outline Level</a:t>
            </a:r>
            <a:endParaRPr b="0" lang="en-US" sz="2000" strike="noStrike" u="none">
              <a:solidFill>
                <a:schemeClr val="lt1">
                  <a:lumMod val="75000"/>
                  <a:lumOff val="25000"/>
                </a:schemeClr>
              </a:solidFill>
              <a:effectLst/>
              <a:uFillTx/>
              <a:latin typeface="Trebuchet MS"/>
            </a:endParaRPr>
          </a:p>
          <a:p>
            <a:pPr lvl="5" marL="2592000" indent="-216000">
              <a:spcBef>
                <a:spcPts val="283"/>
              </a:spcBef>
              <a:buClr>
                <a:srgbClr val="ffffff"/>
              </a:buClr>
              <a:buSzPct val="45000"/>
              <a:buFont typeface="Wingdings" charset="2"/>
              <a:buChar char=""/>
            </a:pPr>
            <a:r>
              <a:rPr b="0" lang="en-US" sz="2000" strike="noStrike" u="none">
                <a:solidFill>
                  <a:schemeClr val="lt1">
                    <a:lumMod val="75000"/>
                    <a:lumOff val="25000"/>
                  </a:schemeClr>
                </a:solidFill>
                <a:effectLst/>
                <a:uFillTx/>
                <a:latin typeface="Trebuchet MS"/>
              </a:rPr>
              <a:t>Sixth Outline Level</a:t>
            </a:r>
            <a:endParaRPr b="0" lang="en-US" sz="2000" strike="noStrike" u="none">
              <a:solidFill>
                <a:schemeClr val="lt1">
                  <a:lumMod val="75000"/>
                  <a:lumOff val="25000"/>
                </a:schemeClr>
              </a:solidFill>
              <a:effectLst/>
              <a:uFillTx/>
              <a:latin typeface="Trebuchet MS"/>
            </a:endParaRPr>
          </a:p>
          <a:p>
            <a:pPr lvl="6" marL="3024000" indent="-216000">
              <a:spcBef>
                <a:spcPts val="283"/>
              </a:spcBef>
              <a:buClr>
                <a:srgbClr val="ffffff"/>
              </a:buClr>
              <a:buSzPct val="45000"/>
              <a:buFont typeface="Wingdings" charset="2"/>
              <a:buChar char=""/>
            </a:pPr>
            <a:r>
              <a:rPr b="0" lang="en-US" sz="2000" strike="noStrike" u="none">
                <a:solidFill>
                  <a:schemeClr val="lt1">
                    <a:lumMod val="75000"/>
                    <a:lumOff val="25000"/>
                  </a:schemeClr>
                </a:solidFill>
                <a:effectLst/>
                <a:uFillTx/>
                <a:latin typeface="Trebuchet MS"/>
              </a:rPr>
              <a:t>Seventh Outline Level</a:t>
            </a:r>
            <a:endParaRPr b="0" lang="en-US" sz="2000" strike="noStrike" u="none">
              <a:solidFill>
                <a:schemeClr val="lt1">
                  <a:lumMod val="75000"/>
                  <a:lumOff val="25000"/>
                </a:schemeClr>
              </a:solidFill>
              <a:effectLst/>
              <a:uFillTx/>
              <a:latin typeface="Trebuchet MS"/>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Blank">
    <p:bg>
      <p:bgPr>
        <a:solidFill>
          <a:srgbClr val="2c3c43"/>
        </a:solidFill>
      </p:bgPr>
    </p:bg>
    <p:spTree>
      <p:nvGrpSpPr>
        <p:cNvPr id="1" name=""/>
        <p:cNvGrpSpPr/>
        <p:nvPr/>
      </p:nvGrpSpPr>
      <p:grpSpPr>
        <a:xfrm>
          <a:off x="0" y="0"/>
          <a:ext cx="0" cy="0"/>
          <a:chOff x="0" y="0"/>
          <a:chExt cx="0" cy="0"/>
        </a:xfrm>
      </p:grpSpPr>
      <p:grpSp>
        <p:nvGrpSpPr>
          <p:cNvPr id="231" name="Group 7"/>
          <p:cNvGrpSpPr/>
          <p:nvPr/>
        </p:nvGrpSpPr>
        <p:grpSpPr>
          <a:xfrm>
            <a:off x="0" y="-8640"/>
            <a:ext cx="12191760" cy="6866640"/>
            <a:chOff x="0" y="-8640"/>
            <a:chExt cx="12191760" cy="6866640"/>
          </a:xfrm>
        </p:grpSpPr>
        <p:cxnSp>
          <p:nvCxnSpPr>
            <p:cNvPr id="232" name="Straight Connector 19"/>
            <p:cNvCxnSpPr/>
            <p:nvPr/>
          </p:nvCxnSpPr>
          <p:spPr>
            <a:xfrm>
              <a:off x="9370800" y="0"/>
              <a:ext cx="1219680" cy="6858360"/>
            </a:xfrm>
            <a:prstGeom prst="straightConnector1">
              <a:avLst/>
            </a:prstGeom>
            <a:ln cap="rnd" w="9525">
              <a:solidFill>
                <a:srgbClr val="000000">
                  <a:lumMod val="85000"/>
                  <a:lumOff val="15000"/>
                </a:srgbClr>
              </a:solidFill>
              <a:round/>
            </a:ln>
          </p:spPr>
        </p:cxnSp>
        <p:cxnSp>
          <p:nvCxnSpPr>
            <p:cNvPr id="233" name="Straight Connector 20"/>
            <p:cNvCxnSpPr/>
            <p:nvPr/>
          </p:nvCxnSpPr>
          <p:spPr>
            <a:xfrm flipH="1">
              <a:off x="7425000" y="3681360"/>
              <a:ext cx="4763880" cy="3177000"/>
            </a:xfrm>
            <a:prstGeom prst="straightConnector1">
              <a:avLst/>
            </a:prstGeom>
            <a:ln cap="rnd" w="9525">
              <a:solidFill>
                <a:srgbClr val="000000">
                  <a:lumMod val="85000"/>
                  <a:lumOff val="15000"/>
                </a:srgbClr>
              </a:solidFill>
              <a:round/>
            </a:ln>
          </p:spPr>
        </p:cxnSp>
        <p:sp>
          <p:nvSpPr>
            <p:cNvPr id="234"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35"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36"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37"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38"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39"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40"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41"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grpSp>
      <p:sp>
        <p:nvSpPr>
          <p:cNvPr id="242" name="PlaceHolder 1"/>
          <p:cNvSpPr>
            <a:spLocks noGrp="1"/>
          </p:cNvSpPr>
          <p:nvPr>
            <p:ph type="dt" idx="40"/>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lt1">
                    <a:tint val="75000"/>
                  </a:schemeClr>
                </a:solidFill>
                <a:effectLst/>
                <a:uFillTx/>
                <a:latin typeface="Trebuchet MS"/>
              </a:defRPr>
            </a:lvl1pPr>
          </a:lstStyle>
          <a:p>
            <a:pPr indent="0" algn="r" defTabSz="457200">
              <a:lnSpc>
                <a:spcPct val="100000"/>
              </a:lnSpc>
              <a:buNone/>
            </a:pPr>
            <a:r>
              <a:rPr b="0" lang="en-US" sz="900" strike="noStrike" u="none">
                <a:solidFill>
                  <a:schemeClr val="lt1">
                    <a:tint val="75000"/>
                  </a:schemeClr>
                </a:solidFill>
                <a:effectLst/>
                <a:uFillTx/>
                <a:latin typeface="Trebuchet MS"/>
              </a:rPr>
              <a:t>&lt;date/time&gt;</a:t>
            </a:r>
            <a:endParaRPr b="0" lang="en-IN" sz="900" strike="noStrike" u="none">
              <a:solidFill>
                <a:srgbClr val="ffffff"/>
              </a:solidFill>
              <a:effectLst/>
              <a:uFillTx/>
              <a:latin typeface="Times New Roman"/>
            </a:endParaRPr>
          </a:p>
        </p:txBody>
      </p:sp>
      <p:sp>
        <p:nvSpPr>
          <p:cNvPr id="243" name="PlaceHolder 2"/>
          <p:cNvSpPr>
            <a:spLocks noGrp="1"/>
          </p:cNvSpPr>
          <p:nvPr>
            <p:ph type="ftr" idx="41"/>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244" name="PlaceHolder 3"/>
          <p:cNvSpPr>
            <a:spLocks noGrp="1"/>
          </p:cNvSpPr>
          <p:nvPr>
            <p:ph type="sldNum" idx="42"/>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accent1"/>
                </a:solidFill>
                <a:effectLst/>
                <a:uFillTx/>
                <a:latin typeface="Trebuchet MS"/>
              </a:defRPr>
            </a:lvl1pPr>
          </a:lstStyle>
          <a:p>
            <a:pPr indent="0" algn="r" defTabSz="457200">
              <a:lnSpc>
                <a:spcPct val="100000"/>
              </a:lnSpc>
              <a:buNone/>
            </a:pPr>
            <a:fld id="{EF8FD34E-F140-49C7-AB00-50F868B41D87}" type="slidenum">
              <a:rPr b="0" lang="en-US" sz="900" strike="noStrike" u="none">
                <a:solidFill>
                  <a:schemeClr val="accent1"/>
                </a:solidFill>
                <a:effectLst/>
                <a:uFillTx/>
                <a:latin typeface="Trebuchet MS"/>
              </a:rPr>
              <a:t>&lt;number&gt;</a:t>
            </a:fld>
            <a:endParaRPr b="0" lang="en-IN" sz="900" strike="noStrike" u="none">
              <a:solidFill>
                <a:srgbClr val="ffffff"/>
              </a:solidFill>
              <a:effectLst/>
              <a:uFillTx/>
              <a:latin typeface="Times New Roman"/>
            </a:endParaRPr>
          </a:p>
        </p:txBody>
      </p:sp>
      <p:sp>
        <p:nvSpPr>
          <p:cNvPr id="245"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trike="noStrike" u="none">
                <a:solidFill>
                  <a:schemeClr val="lt1"/>
                </a:solidFill>
                <a:effectLst/>
                <a:uFillTx/>
                <a:latin typeface="Trebuchet MS"/>
              </a:rPr>
              <a:t>Click to edit the title text format</a:t>
            </a:r>
            <a:endParaRPr b="0" lang="en-US" sz="1800" strike="noStrike" u="none">
              <a:solidFill>
                <a:schemeClr val="lt1"/>
              </a:solidFill>
              <a:effectLst/>
              <a:uFillTx/>
              <a:latin typeface="Trebuchet MS"/>
            </a:endParaRPr>
          </a:p>
        </p:txBody>
      </p:sp>
      <p:sp>
        <p:nvSpPr>
          <p:cNvPr id="24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1800" strike="noStrike" u="none">
                <a:solidFill>
                  <a:schemeClr val="lt1">
                    <a:lumMod val="75000"/>
                    <a:lumOff val="25000"/>
                  </a:schemeClr>
                </a:solidFill>
                <a:effectLst/>
                <a:uFillTx/>
                <a:latin typeface="Trebuchet MS"/>
              </a:rPr>
              <a:t>Click to edit the outline text format</a:t>
            </a:r>
            <a:endParaRPr b="0" lang="en-US" sz="1800" strike="noStrike" u="none">
              <a:solidFill>
                <a:schemeClr val="lt1">
                  <a:lumMod val="75000"/>
                  <a:lumOff val="25000"/>
                </a:schemeClr>
              </a:solidFill>
              <a:effectLst/>
              <a:uFillTx/>
              <a:latin typeface="Trebuchet MS"/>
            </a:endParaRPr>
          </a:p>
          <a:p>
            <a:pPr lvl="1" marL="864000" indent="-324000">
              <a:spcBef>
                <a:spcPts val="1134"/>
              </a:spcBef>
              <a:buClr>
                <a:srgbClr val="ffffff"/>
              </a:buClr>
              <a:buSzPct val="75000"/>
              <a:buFont typeface="Symbol" charset="2"/>
              <a:buChar char=""/>
            </a:pPr>
            <a:r>
              <a:rPr b="0" lang="en-US" sz="1400" strike="noStrike" u="none">
                <a:solidFill>
                  <a:schemeClr val="lt1">
                    <a:lumMod val="75000"/>
                    <a:lumOff val="25000"/>
                  </a:schemeClr>
                </a:solidFill>
                <a:effectLst/>
                <a:uFillTx/>
                <a:latin typeface="Trebuchet MS"/>
              </a:rPr>
              <a:t>Second Outline Level</a:t>
            </a:r>
            <a:endParaRPr b="0" lang="en-US" sz="1400" strike="noStrike" u="none">
              <a:solidFill>
                <a:schemeClr val="lt1">
                  <a:lumMod val="75000"/>
                  <a:lumOff val="25000"/>
                </a:schemeClr>
              </a:solidFill>
              <a:effectLst/>
              <a:uFillTx/>
              <a:latin typeface="Trebuchet MS"/>
            </a:endParaRPr>
          </a:p>
          <a:p>
            <a:pPr lvl="2" marL="1296000" indent="-288000">
              <a:spcBef>
                <a:spcPts val="850"/>
              </a:spcBef>
              <a:buClr>
                <a:srgbClr val="ffffff"/>
              </a:buClr>
              <a:buSzPct val="45000"/>
              <a:buFont typeface="Wingdings" charset="2"/>
              <a:buChar char=""/>
            </a:pPr>
            <a:r>
              <a:rPr b="0" lang="en-US" sz="1200" strike="noStrike" u="none">
                <a:solidFill>
                  <a:schemeClr val="lt1">
                    <a:lumMod val="75000"/>
                    <a:lumOff val="25000"/>
                  </a:schemeClr>
                </a:solidFill>
                <a:effectLst/>
                <a:uFillTx/>
                <a:latin typeface="Trebuchet MS"/>
              </a:rPr>
              <a:t>Third Outline Level</a:t>
            </a:r>
            <a:endParaRPr b="0" lang="en-US" sz="1200" strike="noStrike" u="none">
              <a:solidFill>
                <a:schemeClr val="lt1">
                  <a:lumMod val="75000"/>
                  <a:lumOff val="25000"/>
                </a:schemeClr>
              </a:solidFill>
              <a:effectLst/>
              <a:uFillTx/>
              <a:latin typeface="Trebuchet MS"/>
            </a:endParaRPr>
          </a:p>
          <a:p>
            <a:pPr lvl="3" marL="1728000" indent="-216000">
              <a:spcBef>
                <a:spcPts val="567"/>
              </a:spcBef>
              <a:buClr>
                <a:srgbClr val="ffffff"/>
              </a:buClr>
              <a:buSzPct val="75000"/>
              <a:buFont typeface="Symbol" charset="2"/>
              <a:buChar char=""/>
            </a:pPr>
            <a:r>
              <a:rPr b="0" lang="en-US" sz="1200" strike="noStrike" u="none">
                <a:solidFill>
                  <a:schemeClr val="lt1">
                    <a:lumMod val="75000"/>
                    <a:lumOff val="25000"/>
                  </a:schemeClr>
                </a:solidFill>
                <a:effectLst/>
                <a:uFillTx/>
                <a:latin typeface="Trebuchet MS"/>
              </a:rPr>
              <a:t>Fourth Outline Level</a:t>
            </a:r>
            <a:endParaRPr b="0" lang="en-US" sz="1200" strike="noStrike" u="none">
              <a:solidFill>
                <a:schemeClr val="lt1">
                  <a:lumMod val="75000"/>
                  <a:lumOff val="25000"/>
                </a:schemeClr>
              </a:solidFill>
              <a:effectLst/>
              <a:uFillTx/>
              <a:latin typeface="Trebuchet MS"/>
            </a:endParaRPr>
          </a:p>
          <a:p>
            <a:pPr lvl="4" marL="2160000" indent="-216000">
              <a:spcBef>
                <a:spcPts val="283"/>
              </a:spcBef>
              <a:buClr>
                <a:srgbClr val="ffffff"/>
              </a:buClr>
              <a:buSzPct val="45000"/>
              <a:buFont typeface="Wingdings" charset="2"/>
              <a:buChar char=""/>
            </a:pPr>
            <a:r>
              <a:rPr b="0" lang="en-US" sz="2000" strike="noStrike" u="none">
                <a:solidFill>
                  <a:schemeClr val="lt1">
                    <a:lumMod val="75000"/>
                    <a:lumOff val="25000"/>
                  </a:schemeClr>
                </a:solidFill>
                <a:effectLst/>
                <a:uFillTx/>
                <a:latin typeface="Trebuchet MS"/>
              </a:rPr>
              <a:t>Fifth Outline Level</a:t>
            </a:r>
            <a:endParaRPr b="0" lang="en-US" sz="2000" strike="noStrike" u="none">
              <a:solidFill>
                <a:schemeClr val="lt1">
                  <a:lumMod val="75000"/>
                  <a:lumOff val="25000"/>
                </a:schemeClr>
              </a:solidFill>
              <a:effectLst/>
              <a:uFillTx/>
              <a:latin typeface="Trebuchet MS"/>
            </a:endParaRPr>
          </a:p>
          <a:p>
            <a:pPr lvl="5" marL="2592000" indent="-216000">
              <a:spcBef>
                <a:spcPts val="283"/>
              </a:spcBef>
              <a:buClr>
                <a:srgbClr val="ffffff"/>
              </a:buClr>
              <a:buSzPct val="45000"/>
              <a:buFont typeface="Wingdings" charset="2"/>
              <a:buChar char=""/>
            </a:pPr>
            <a:r>
              <a:rPr b="0" lang="en-US" sz="2000" strike="noStrike" u="none">
                <a:solidFill>
                  <a:schemeClr val="lt1">
                    <a:lumMod val="75000"/>
                    <a:lumOff val="25000"/>
                  </a:schemeClr>
                </a:solidFill>
                <a:effectLst/>
                <a:uFillTx/>
                <a:latin typeface="Trebuchet MS"/>
              </a:rPr>
              <a:t>Sixth Outline Level</a:t>
            </a:r>
            <a:endParaRPr b="0" lang="en-US" sz="2000" strike="noStrike" u="none">
              <a:solidFill>
                <a:schemeClr val="lt1">
                  <a:lumMod val="75000"/>
                  <a:lumOff val="25000"/>
                </a:schemeClr>
              </a:solidFill>
              <a:effectLst/>
              <a:uFillTx/>
              <a:latin typeface="Trebuchet MS"/>
            </a:endParaRPr>
          </a:p>
          <a:p>
            <a:pPr lvl="6" marL="3024000" indent="-216000">
              <a:spcBef>
                <a:spcPts val="283"/>
              </a:spcBef>
              <a:buClr>
                <a:srgbClr val="ffffff"/>
              </a:buClr>
              <a:buSzPct val="45000"/>
              <a:buFont typeface="Wingdings" charset="2"/>
              <a:buChar char=""/>
            </a:pPr>
            <a:r>
              <a:rPr b="0" lang="en-US" sz="2000" strike="noStrike" u="none">
                <a:solidFill>
                  <a:schemeClr val="lt1">
                    <a:lumMod val="75000"/>
                    <a:lumOff val="25000"/>
                  </a:schemeClr>
                </a:solidFill>
                <a:effectLst/>
                <a:uFillTx/>
                <a:latin typeface="Trebuchet MS"/>
              </a:rPr>
              <a:t>Seventh Outline Level</a:t>
            </a:r>
            <a:endParaRPr b="0" lang="en-US" sz="2000" strike="noStrike" u="none">
              <a:solidFill>
                <a:schemeClr val="lt1">
                  <a:lumMod val="75000"/>
                  <a:lumOff val="25000"/>
                </a:schemeClr>
              </a:solidFill>
              <a:effectLst/>
              <a:uFillTx/>
              <a:latin typeface="Trebuchet M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
</Relationships>
</file>

<file path=ppt/slideMasters/_rels/slideMaster9.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c3c43"/>
        </a:solidFill>
      </p:bgPr>
    </p:bg>
    <p:spTree>
      <p:nvGrpSpPr>
        <p:cNvPr id="1" name=""/>
        <p:cNvGrpSpPr/>
        <p:nvPr/>
      </p:nvGrpSpPr>
      <p:grpSpPr>
        <a:xfrm>
          <a:off x="0" y="0"/>
          <a:ext cx="0" cy="0"/>
          <a:chOff x="0" y="0"/>
          <a:chExt cx="0" cy="0"/>
        </a:xfrm>
      </p:grpSpPr>
      <p:grpSp>
        <p:nvGrpSpPr>
          <p:cNvPr id="0" name="Group 7"/>
          <p:cNvGrpSpPr/>
          <p:nvPr/>
        </p:nvGrpSpPr>
        <p:grpSpPr>
          <a:xfrm>
            <a:off x="0" y="-8640"/>
            <a:ext cx="12191760" cy="6866640"/>
            <a:chOff x="0" y="-8640"/>
            <a:chExt cx="12191760" cy="6866640"/>
          </a:xfrm>
        </p:grpSpPr>
        <p:cxnSp>
          <p:nvCxnSpPr>
            <p:cNvPr id="1" name="Straight Connector 19"/>
            <p:cNvCxnSpPr/>
            <p:nvPr/>
          </p:nvCxnSpPr>
          <p:spPr>
            <a:xfrm>
              <a:off x="9370800" y="0"/>
              <a:ext cx="1219680" cy="6858360"/>
            </a:xfrm>
            <a:prstGeom prst="straightConnector1">
              <a:avLst/>
            </a:prstGeom>
            <a:ln cap="rnd" w="9525">
              <a:solidFill>
                <a:srgbClr val="000000">
                  <a:lumMod val="85000"/>
                  <a:lumOff val="15000"/>
                </a:srgbClr>
              </a:solidFill>
              <a:round/>
            </a:ln>
          </p:spPr>
        </p:cxnSp>
        <p:cxnSp>
          <p:nvCxnSpPr>
            <p:cNvPr id="2" name="Straight Connector 20"/>
            <p:cNvCxnSpPr/>
            <p:nvPr/>
          </p:nvCxnSpPr>
          <p:spPr>
            <a:xfrm flipH="1">
              <a:off x="7425000" y="3681360"/>
              <a:ext cx="4763880" cy="3177000"/>
            </a:xfrm>
            <a:prstGeom prst="straightConnector1">
              <a:avLst/>
            </a:prstGeom>
            <a:ln cap="rnd" w="9525">
              <a:solidFill>
                <a:srgbClr val="000000">
                  <a:lumMod val="85000"/>
                  <a:lumOff val="15000"/>
                </a:srgbClr>
              </a:solidFill>
              <a:round/>
            </a:ln>
          </p:spPr>
        </p:cxnSp>
        <p:sp>
          <p:nvSpPr>
            <p:cNvPr id="3"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 name="Isosceles Triangle 23"/>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6"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7"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8"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9" name="Isosceles Triangle 27"/>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0" name="Isosceles Triangle 28"/>
            <p:cNvSpPr/>
            <p:nvPr/>
          </p:nvSpPr>
          <p:spPr>
            <a:xfrm>
              <a:off x="0" y="4013280"/>
              <a:ext cx="448200" cy="284436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grpSp>
      <p:grpSp>
        <p:nvGrpSpPr>
          <p:cNvPr id="11" name="Group 7"/>
          <p:cNvGrpSpPr/>
          <p:nvPr/>
        </p:nvGrpSpPr>
        <p:grpSpPr>
          <a:xfrm>
            <a:off x="360" y="-8640"/>
            <a:ext cx="12191400" cy="6866640"/>
            <a:chOff x="360" y="-8640"/>
            <a:chExt cx="12191400" cy="6866640"/>
          </a:xfrm>
        </p:grpSpPr>
        <p:cxnSp>
          <p:nvCxnSpPr>
            <p:cNvPr id="12" name="Straight Connector 31"/>
            <p:cNvCxnSpPr/>
            <p:nvPr/>
          </p:nvCxnSpPr>
          <p:spPr>
            <a:xfrm>
              <a:off x="9370800" y="0"/>
              <a:ext cx="1219680" cy="6858360"/>
            </a:xfrm>
            <a:prstGeom prst="straightConnector1">
              <a:avLst/>
            </a:prstGeom>
            <a:ln cap="rnd" w="9525">
              <a:solidFill>
                <a:srgbClr val="000000">
                  <a:lumMod val="85000"/>
                  <a:lumOff val="15000"/>
                </a:srgbClr>
              </a:solidFill>
              <a:round/>
            </a:ln>
          </p:spPr>
        </p:cxnSp>
        <p:cxnSp>
          <p:nvCxnSpPr>
            <p:cNvPr id="13" name="Straight Connector 20"/>
            <p:cNvCxnSpPr/>
            <p:nvPr/>
          </p:nvCxnSpPr>
          <p:spPr>
            <a:xfrm flipH="1">
              <a:off x="7425000" y="3681360"/>
              <a:ext cx="4763880" cy="3177000"/>
            </a:xfrm>
            <a:prstGeom prst="straightConnector1">
              <a:avLst/>
            </a:prstGeom>
            <a:ln cap="rnd" w="9525">
              <a:solidFill>
                <a:srgbClr val="000000">
                  <a:lumMod val="85000"/>
                  <a:lumOff val="15000"/>
                </a:srgbClr>
              </a:solidFill>
              <a:round/>
            </a:ln>
          </p:spPr>
        </p:cxnSp>
        <p:sp>
          <p:nvSpPr>
            <p:cNvPr id="14"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5"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6" name="Isosceles Triangle 26"/>
            <p:cNvSpPr/>
            <p:nvPr/>
          </p:nvSpPr>
          <p:spPr>
            <a:xfrm>
              <a:off x="8932320" y="3048120"/>
              <a:ext cx="3259440" cy="380952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7"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8"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9"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0" name="Isosceles Triangle 30"/>
            <p:cNvSpPr/>
            <p:nvPr/>
          </p:nvSpPr>
          <p:spPr>
            <a:xfrm>
              <a:off x="10371600" y="3589920"/>
              <a:ext cx="1816920" cy="326772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1" name="Isosceles Triangle 18"/>
            <p:cNvSpPr/>
            <p:nvPr/>
          </p:nvSpPr>
          <p:spPr>
            <a:xfrm rot="10800000">
              <a:off x="360" y="360"/>
              <a:ext cx="842400" cy="5665680"/>
            </a:xfrm>
            <a:prstGeom prst="triangle">
              <a:avLst>
                <a:gd name="adj" fmla="val 10000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grpSp>
      <p:sp>
        <p:nvSpPr>
          <p:cNvPr id="22" name="PlaceHolder 1"/>
          <p:cNvSpPr>
            <a:spLocks noGrp="1"/>
          </p:cNvSpPr>
          <p:nvPr>
            <p:ph type="title"/>
          </p:nvPr>
        </p:nvSpPr>
        <p:spPr>
          <a:xfrm>
            <a:off x="1506960" y="2404440"/>
            <a:ext cx="7766640" cy="1645920"/>
          </a:xfrm>
          <a:prstGeom prst="rect">
            <a:avLst/>
          </a:prstGeom>
          <a:noFill/>
          <a:ln w="0">
            <a:noFill/>
          </a:ln>
        </p:spPr>
        <p:txBody>
          <a:bodyPr lIns="91440" rIns="91440" tIns="45720" bIns="45720" anchor="b">
            <a:noAutofit/>
          </a:bodyPr>
          <a:p>
            <a:pPr indent="0" algn="r" defTabSz="457200">
              <a:lnSpc>
                <a:spcPct val="100000"/>
              </a:lnSpc>
              <a:buNone/>
            </a:pPr>
            <a:r>
              <a:rPr b="0" lang="en-US" sz="5400" strike="noStrike" u="none">
                <a:solidFill>
                  <a:schemeClr val="accent1"/>
                </a:solidFill>
                <a:effectLst/>
                <a:uFillTx/>
                <a:latin typeface="Trebuchet MS"/>
              </a:rPr>
              <a:t>Click to edit Master title style</a:t>
            </a:r>
            <a:endParaRPr b="0" lang="en-US" sz="5400" strike="noStrike" u="none">
              <a:solidFill>
                <a:schemeClr val="lt1"/>
              </a:solidFill>
              <a:effectLst/>
              <a:uFillTx/>
              <a:latin typeface="Trebuchet MS"/>
            </a:endParaRPr>
          </a:p>
        </p:txBody>
      </p:sp>
      <p:sp>
        <p:nvSpPr>
          <p:cNvPr id="23" name="PlaceHolder 2"/>
          <p:cNvSpPr>
            <a:spLocks noGrp="1"/>
          </p:cNvSpPr>
          <p:nvPr>
            <p:ph type="dt" idx="1"/>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lt1">
                    <a:tint val="75000"/>
                  </a:schemeClr>
                </a:solidFill>
                <a:effectLst/>
                <a:uFillTx/>
                <a:latin typeface="Trebuchet MS"/>
              </a:defRPr>
            </a:lvl1pPr>
          </a:lstStyle>
          <a:p>
            <a:pPr indent="0" algn="r" defTabSz="457200">
              <a:lnSpc>
                <a:spcPct val="100000"/>
              </a:lnSpc>
              <a:buNone/>
            </a:pPr>
            <a:r>
              <a:rPr b="0" lang="en-US" sz="900" strike="noStrike" u="none">
                <a:solidFill>
                  <a:schemeClr val="lt1">
                    <a:tint val="75000"/>
                  </a:schemeClr>
                </a:solidFill>
                <a:effectLst/>
                <a:uFillTx/>
                <a:latin typeface="Trebuchet MS"/>
              </a:rPr>
              <a:t>&lt;date/time&gt;</a:t>
            </a:r>
            <a:endParaRPr b="0" lang="en-IN" sz="900" strike="noStrike" u="none">
              <a:solidFill>
                <a:srgbClr val="ffffff"/>
              </a:solidFill>
              <a:effectLst/>
              <a:uFillTx/>
              <a:latin typeface="Times New Roman"/>
            </a:endParaRPr>
          </a:p>
        </p:txBody>
      </p:sp>
      <p:sp>
        <p:nvSpPr>
          <p:cNvPr id="24" name="PlaceHolder 3"/>
          <p:cNvSpPr>
            <a:spLocks noGrp="1"/>
          </p:cNvSpPr>
          <p:nvPr>
            <p:ph type="ftr" idx="2"/>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25" name="PlaceHolder 4"/>
          <p:cNvSpPr>
            <a:spLocks noGrp="1"/>
          </p:cNvSpPr>
          <p:nvPr>
            <p:ph type="sldNum" idx="3"/>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trike="noStrike" u="none">
                <a:solidFill>
                  <a:schemeClr val="accent1"/>
                </a:solidFill>
                <a:effectLst/>
                <a:uFillTx/>
                <a:latin typeface="Trebuchet MS"/>
              </a:defRPr>
            </a:lvl1pPr>
          </a:lstStyle>
          <a:p>
            <a:pPr indent="0" algn="r" defTabSz="457200">
              <a:lnSpc>
                <a:spcPct val="100000"/>
              </a:lnSpc>
              <a:buNone/>
            </a:pPr>
            <a:fld id="{978EE1FE-7CE4-4435-8029-F2BFB079A32F}" type="slidenum">
              <a:rPr b="0" lang="en-US" sz="900" strike="noStrike" u="none">
                <a:solidFill>
                  <a:schemeClr val="accent1"/>
                </a:solidFill>
                <a:effectLst/>
                <a:uFillTx/>
                <a:latin typeface="Trebuchet MS"/>
              </a:rPr>
              <a:t>&lt;number&gt;</a:t>
            </a:fld>
            <a:endParaRPr b="0" lang="en-IN" sz="900" strike="noStrike" u="none">
              <a:solidFill>
                <a:srgbClr val="ffffff"/>
              </a:solidFill>
              <a:effectLst/>
              <a:uFillTx/>
              <a:latin typeface="Times New Roman"/>
            </a:endParaRPr>
          </a:p>
        </p:txBody>
      </p:sp>
    </p:spTree>
  </p:cSld>
  <p:clrMap bg1="dk1" tx1="lt1" bg2="dk2" tx2="lt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6.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6.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6.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6.xml"/>
</Relationships>
</file>

<file path=ppt/slides/_rels/slide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6.xml"/>
</Relationships>
</file>

<file path=ppt/slides/_rels/slide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1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9" name="Picture 4" descr=""/>
          <p:cNvPicPr/>
          <p:nvPr/>
        </p:nvPicPr>
        <p:blipFill>
          <a:blip r:embed="rId1"/>
          <a:stretch/>
        </p:blipFill>
        <p:spPr>
          <a:xfrm>
            <a:off x="0" y="1628640"/>
            <a:ext cx="12191760" cy="5229000"/>
          </a:xfrm>
          <a:prstGeom prst="rect">
            <a:avLst/>
          </a:prstGeom>
          <a:noFill/>
          <a:ln w="0">
            <a:noFill/>
          </a:ln>
        </p:spPr>
      </p:pic>
      <p:sp>
        <p:nvSpPr>
          <p:cNvPr id="290" name="Rectangle 5"/>
          <p:cNvSpPr/>
          <p:nvPr/>
        </p:nvSpPr>
        <p:spPr>
          <a:xfrm>
            <a:off x="0" y="0"/>
            <a:ext cx="12191760" cy="1933200"/>
          </a:xfrm>
          <a:prstGeom prst="rect">
            <a:avLst/>
          </a:prstGeom>
          <a:solidFill>
            <a:srgbClr val="037db3"/>
          </a:solidFill>
          <a:ln>
            <a:noFill/>
          </a:ln>
          <a:effectLst>
            <a:outerShdw algn="ctr" blurRad="150120" dir="8461089" dist="250081">
              <a:srgbClr val="000000">
                <a:alpha val="28000"/>
              </a:srgbClr>
            </a:outerShdw>
          </a:effectLst>
          <a:scene3d>
            <a:camera prst="orthographicFront">
              <a:rot lat="0" lon="0" rev="0"/>
            </a:camera>
            <a:lightRig dir="t" rig="contrasting">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6000" strike="noStrike" u="none">
                <a:solidFill>
                  <a:schemeClr val="lt1"/>
                </a:solidFill>
                <a:effectLst/>
                <a:uFillTx/>
                <a:latin typeface="Trebuchet MS"/>
              </a:rPr>
              <a:t>Manufacturing Data</a:t>
            </a:r>
            <a:endParaRPr b="0" lang="en-IN" sz="6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title"/>
          </p:nvPr>
        </p:nvSpPr>
        <p:spPr>
          <a:xfrm>
            <a:off x="1743120" y="552600"/>
            <a:ext cx="9761040" cy="5181120"/>
          </a:xfrm>
          <a:prstGeom prst="rect">
            <a:avLst/>
          </a:prstGeom>
          <a:noFill/>
          <a:ln w="0">
            <a:noFill/>
          </a:ln>
        </p:spPr>
        <p:txBody>
          <a:bodyPr lIns="91440" rIns="91440" tIns="45720" bIns="45720" anchor="t">
            <a:noAutofit/>
          </a:bodyPr>
          <a:p>
            <a:pPr indent="0" defTabSz="457200">
              <a:lnSpc>
                <a:spcPct val="100000"/>
              </a:lnSpc>
              <a:buNone/>
            </a:pPr>
            <a:r>
              <a:rPr b="1" lang="en-US" sz="4000" strike="noStrike" u="none">
                <a:solidFill>
                  <a:srgbClr val="ffc000"/>
                </a:solidFill>
                <a:effectLst/>
                <a:uFillTx/>
                <a:latin typeface="Trebuchet MS"/>
              </a:rPr>
              <a:t>Project Overview</a:t>
            </a:r>
            <a:br>
              <a:rPr sz="3600"/>
            </a:br>
            <a:endParaRPr b="0" lang="en-US" sz="4000" strike="noStrike" u="none">
              <a:solidFill>
                <a:schemeClr val="lt1"/>
              </a:solidFill>
              <a:effectLst/>
              <a:uFillTx/>
              <a:latin typeface="Trebuchet MS"/>
            </a:endParaRPr>
          </a:p>
        </p:txBody>
      </p:sp>
      <p:sp>
        <p:nvSpPr>
          <p:cNvPr id="292" name="Content Placeholder 2"/>
          <p:cNvSpPr/>
          <p:nvPr/>
        </p:nvSpPr>
        <p:spPr>
          <a:xfrm>
            <a:off x="1647720" y="1600200"/>
            <a:ext cx="9610200" cy="5114520"/>
          </a:xfrm>
          <a:prstGeom prst="rect">
            <a:avLst/>
          </a:prstGeom>
          <a:noFill/>
          <a:ln w="0">
            <a:noFill/>
          </a:ln>
        </p:spPr>
        <p:style>
          <a:lnRef idx="0"/>
          <a:fillRef idx="0"/>
          <a:effectRef idx="0"/>
          <a:fontRef idx="minor"/>
        </p:style>
        <p:txBody>
          <a:bodyPr lIns="90000" rIns="90000" tIns="45000" bIns="45000" anchor="t">
            <a:normAutofit/>
          </a:bodyPr>
          <a:p>
            <a:pPr marL="343080" indent="-343080" defTabSz="457200">
              <a:lnSpc>
                <a:spcPct val="100000"/>
              </a:lnSpc>
              <a:spcBef>
                <a:spcPts val="1001"/>
              </a:spcBef>
              <a:buClr>
                <a:srgbClr val="90c226"/>
              </a:buClr>
              <a:buFont typeface="Wingdings 3" charset="2"/>
              <a:buChar char=""/>
            </a:pPr>
            <a:r>
              <a:rPr b="1" lang="en-US" sz="1800" strike="noStrike" u="none">
                <a:solidFill>
                  <a:schemeClr val="lt1">
                    <a:lumMod val="75000"/>
                    <a:lumOff val="25000"/>
                  </a:schemeClr>
                </a:solidFill>
                <a:effectLst/>
                <a:uFillTx/>
                <a:latin typeface="Trebuchet MS"/>
              </a:rPr>
              <a:t>Manufacturing data helps organizations monitor production activities, identify inefficiencies, and improve operational performance. By analyzing this data, companies can make better decisions to increase productivity, reduce waste, and maintain product quality.</a:t>
            </a:r>
            <a:endParaRPr b="0" lang="en-IN" sz="1800" strike="noStrike" u="none">
              <a:solidFill>
                <a:srgbClr val="ffffff"/>
              </a:solidFill>
              <a:effectLst/>
              <a:uFillTx/>
              <a:latin typeface="Arial"/>
            </a:endParaRPr>
          </a:p>
        </p:txBody>
      </p:sp>
      <p:pic>
        <p:nvPicPr>
          <p:cNvPr id="293" name="Picture 4" descr=""/>
          <p:cNvPicPr/>
          <p:nvPr/>
        </p:nvPicPr>
        <p:blipFill>
          <a:blip r:embed="rId1"/>
          <a:stretch/>
        </p:blipFill>
        <p:spPr>
          <a:xfrm>
            <a:off x="1491480" y="1209600"/>
            <a:ext cx="9923040" cy="5895720"/>
          </a:xfrm>
          <a:prstGeom prst="rect">
            <a:avLst/>
          </a:prstGeom>
          <a:noFill/>
          <a:ln w="0">
            <a:noFill/>
          </a:ln>
        </p:spPr>
      </p:pic>
      <p:sp>
        <p:nvSpPr>
          <p:cNvPr id="294" name="Rectangle 5"/>
          <p:cNvSpPr/>
          <p:nvPr/>
        </p:nvSpPr>
        <p:spPr>
          <a:xfrm>
            <a:off x="1743120" y="5670720"/>
            <a:ext cx="9761040" cy="369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trike="noStrike" u="none">
                <a:solidFill>
                  <a:schemeClr val="lt1"/>
                </a:solidFill>
                <a:effectLst/>
                <a:uFillTx/>
                <a:latin typeface="Trebuchet MS"/>
              </a:rPr>
              <a:t>T</a:t>
            </a:r>
            <a:r>
              <a:rPr b="1" lang="en-IN" sz="1800" strike="noStrike" u="none">
                <a:solidFill>
                  <a:schemeClr val="lt1"/>
                </a:solidFill>
                <a:effectLst/>
                <a:uFillTx/>
                <a:latin typeface="Trebuchet MS"/>
              </a:rPr>
              <a:t>he goal is to provide real time insights and support data-driven decision-making</a:t>
            </a:r>
            <a:endParaRPr b="0" lang="en-IN"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title"/>
          </p:nvPr>
        </p:nvSpPr>
        <p:spPr>
          <a:xfrm>
            <a:off x="1914480" y="376560"/>
            <a:ext cx="9761040" cy="1280520"/>
          </a:xfrm>
          <a:prstGeom prst="rect">
            <a:avLst/>
          </a:prstGeom>
          <a:noFill/>
          <a:ln w="0">
            <a:noFill/>
          </a:ln>
        </p:spPr>
        <p:txBody>
          <a:bodyPr lIns="91440" rIns="91440" tIns="45720" bIns="45720" anchor="t">
            <a:normAutofit fontScale="55000" lnSpcReduction="19999"/>
          </a:bodyPr>
          <a:p>
            <a:pPr indent="0" defTabSz="457200">
              <a:lnSpc>
                <a:spcPct val="100000"/>
              </a:lnSpc>
              <a:buNone/>
            </a:pPr>
            <a:r>
              <a:rPr b="1" lang="en-US" sz="3600" strike="noStrike" u="none">
                <a:solidFill>
                  <a:srgbClr val="ffc000"/>
                </a:solidFill>
                <a:effectLst/>
                <a:uFillTx/>
                <a:latin typeface="Trebuchet MS"/>
              </a:rPr>
              <a:t>Key Performance Indicators (KPI’s)</a:t>
            </a:r>
            <a:br>
              <a:rPr sz="3600"/>
            </a:br>
            <a:br>
              <a:rPr sz="3600"/>
            </a:br>
            <a:r>
              <a:rPr b="1" lang="en-US" sz="3600" strike="noStrike" u="none">
                <a:solidFill>
                  <a:srgbClr val="ffc000"/>
                </a:solidFill>
                <a:effectLst/>
                <a:uFillTx/>
                <a:latin typeface="Trebuchet MS"/>
              </a:rPr>
              <a:t> </a:t>
            </a:r>
            <a:r>
              <a:rPr b="0" lang="en-US" sz="2700" spc="-43" strike="noStrike" u="none">
                <a:solidFill>
                  <a:srgbClr val="ffc000"/>
                </a:solidFill>
                <a:effectLst/>
                <a:uFillTx/>
                <a:latin typeface="IBM Plex Serif SemiBold"/>
              </a:rPr>
              <a:t>Manufacturing Dashboard KPI</a:t>
            </a:r>
            <a:br>
              <a:rPr sz="3600"/>
            </a:br>
            <a:endParaRPr b="0" lang="en-US" sz="2700" strike="noStrike" u="none">
              <a:solidFill>
                <a:schemeClr val="lt1"/>
              </a:solidFill>
              <a:effectLst/>
              <a:uFillTx/>
              <a:latin typeface="Trebuchet MS"/>
            </a:endParaRPr>
          </a:p>
        </p:txBody>
      </p:sp>
      <p:sp>
        <p:nvSpPr>
          <p:cNvPr id="296" name="PlaceHolder 2"/>
          <p:cNvSpPr>
            <a:spLocks noGrp="1"/>
          </p:cNvSpPr>
          <p:nvPr>
            <p:ph/>
          </p:nvPr>
        </p:nvSpPr>
        <p:spPr>
          <a:xfrm>
            <a:off x="968040" y="1521720"/>
            <a:ext cx="10877040" cy="472392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1" lang="en-US" sz="2400" strike="noStrike" u="none">
                <a:solidFill>
                  <a:schemeClr val="lt1">
                    <a:lumMod val="75000"/>
                    <a:lumOff val="25000"/>
                  </a:schemeClr>
                </a:solidFill>
                <a:effectLst/>
                <a:uFillTx/>
                <a:latin typeface="Trebuchet MS"/>
              </a:rPr>
              <a:t>           Manufacture Qty</a:t>
            </a:r>
            <a:endParaRPr b="0" lang="en-US" sz="24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r>
              <a:rPr b="1" lang="en-US" sz="2400" strike="noStrike" u="none">
                <a:solidFill>
                  <a:schemeClr val="lt1">
                    <a:lumMod val="75000"/>
                    <a:lumOff val="25000"/>
                  </a:schemeClr>
                </a:solidFill>
                <a:effectLst/>
                <a:uFillTx/>
                <a:latin typeface="Trebuchet MS"/>
              </a:rPr>
              <a:t>           Rejected Qty.</a:t>
            </a:r>
            <a:endParaRPr b="0" lang="en-US" sz="24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r>
              <a:rPr b="1" lang="en-US" sz="2400" strike="noStrike" u="none">
                <a:solidFill>
                  <a:schemeClr val="lt1">
                    <a:lumMod val="75000"/>
                    <a:lumOff val="25000"/>
                  </a:schemeClr>
                </a:solidFill>
                <a:effectLst/>
                <a:uFillTx/>
                <a:latin typeface="Trebuchet MS"/>
              </a:rPr>
              <a:t>           Processed Qty</a:t>
            </a:r>
            <a:endParaRPr b="0" lang="en-US" sz="24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r>
              <a:rPr b="1" lang="en-US" sz="2400" strike="noStrike" u="none">
                <a:solidFill>
                  <a:schemeClr val="lt1">
                    <a:lumMod val="75000"/>
                    <a:lumOff val="25000"/>
                  </a:schemeClr>
                </a:solidFill>
                <a:effectLst/>
                <a:uFillTx/>
                <a:latin typeface="Trebuchet MS"/>
              </a:rPr>
              <a:t>           Wastage Qty</a:t>
            </a:r>
            <a:endParaRPr b="0" lang="en-US" sz="24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r>
              <a:rPr b="1" lang="en-US" sz="2400" strike="noStrike" u="none">
                <a:solidFill>
                  <a:schemeClr val="lt1">
                    <a:lumMod val="75000"/>
                    <a:lumOff val="25000"/>
                  </a:schemeClr>
                </a:solidFill>
                <a:effectLst/>
                <a:uFillTx/>
                <a:latin typeface="Trebuchet MS"/>
              </a:rPr>
              <a:t>           Employee Wise Rejected Qty</a:t>
            </a:r>
            <a:endParaRPr b="0" lang="en-US" sz="24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r>
              <a:rPr b="1" lang="en-US" sz="2400" strike="noStrike" u="none">
                <a:solidFill>
                  <a:schemeClr val="lt1">
                    <a:lumMod val="75000"/>
                    <a:lumOff val="25000"/>
                  </a:schemeClr>
                </a:solidFill>
                <a:effectLst/>
                <a:uFillTx/>
                <a:latin typeface="Trebuchet MS"/>
              </a:rPr>
              <a:t>           Machine Wise Rejected Qty          </a:t>
            </a:r>
            <a:endParaRPr b="0" lang="en-US" sz="24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r>
              <a:rPr b="1" lang="en-US" sz="2400" strike="noStrike" u="none">
                <a:solidFill>
                  <a:schemeClr val="lt1">
                    <a:lumMod val="75000"/>
                    <a:lumOff val="25000"/>
                  </a:schemeClr>
                </a:solidFill>
                <a:effectLst/>
                <a:uFillTx/>
                <a:latin typeface="Trebuchet MS"/>
              </a:rPr>
              <a:t>           Production Comparison Trend.</a:t>
            </a:r>
            <a:endParaRPr b="0" lang="en-US" sz="24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r>
              <a:rPr b="1" lang="en-US" sz="2400" strike="noStrike" u="none">
                <a:solidFill>
                  <a:schemeClr val="lt1">
                    <a:lumMod val="75000"/>
                    <a:lumOff val="25000"/>
                  </a:schemeClr>
                </a:solidFill>
                <a:effectLst/>
                <a:uFillTx/>
                <a:latin typeface="Trebuchet MS"/>
              </a:rPr>
              <a:t>           Manufacture Vs Rejected</a:t>
            </a:r>
            <a:endParaRPr b="0" lang="en-US" sz="24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r>
              <a:rPr b="1" lang="en-US" sz="2400" strike="noStrike" u="none">
                <a:solidFill>
                  <a:schemeClr val="lt1">
                    <a:lumMod val="75000"/>
                    <a:lumOff val="25000"/>
                  </a:schemeClr>
                </a:solidFill>
                <a:effectLst/>
                <a:uFillTx/>
                <a:latin typeface="Trebuchet MS"/>
              </a:rPr>
              <a:t>           Department Wise Manufacture Vs Rejected</a:t>
            </a:r>
            <a:endParaRPr b="0" lang="en-US" sz="2400" strike="noStrike" u="none">
              <a:solidFill>
                <a:schemeClr val="lt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7" name="Picture 2" descr=""/>
          <p:cNvPicPr/>
          <p:nvPr/>
        </p:nvPicPr>
        <p:blipFill>
          <a:blip r:embed="rId1"/>
          <a:stretch/>
        </p:blipFill>
        <p:spPr>
          <a:xfrm>
            <a:off x="0" y="523800"/>
            <a:ext cx="12191760" cy="6477120"/>
          </a:xfrm>
          <a:prstGeom prst="rect">
            <a:avLst/>
          </a:prstGeom>
          <a:noFill/>
          <a:ln w="0">
            <a:noFill/>
          </a:ln>
        </p:spPr>
      </p:pic>
      <p:sp>
        <p:nvSpPr>
          <p:cNvPr id="298" name="Rectangle 3"/>
          <p:cNvSpPr/>
          <p:nvPr/>
        </p:nvSpPr>
        <p:spPr>
          <a:xfrm>
            <a:off x="0" y="0"/>
            <a:ext cx="12191760" cy="523440"/>
          </a:xfrm>
          <a:prstGeom prst="rect">
            <a:avLst/>
          </a:prstGeom>
          <a:solidFill>
            <a:schemeClr val="accent6"/>
          </a:solidFill>
          <a:ln cap="rnd">
            <a:solidFill>
              <a:srgbClr val="6a8f1c"/>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IN" sz="4000" strike="noStrike" u="none">
                <a:solidFill>
                  <a:schemeClr val="dk1"/>
                </a:solidFill>
                <a:effectLst/>
                <a:uFillTx/>
                <a:latin typeface="Trebuchet MS"/>
              </a:rPr>
              <a:t>Excel Dashboard</a:t>
            </a:r>
            <a:endParaRPr b="0" lang="en-IN" sz="4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Rectangle 3"/>
          <p:cNvSpPr/>
          <p:nvPr/>
        </p:nvSpPr>
        <p:spPr>
          <a:xfrm>
            <a:off x="0" y="0"/>
            <a:ext cx="12191760" cy="523440"/>
          </a:xfrm>
          <a:prstGeom prst="rect">
            <a:avLst/>
          </a:prstGeom>
          <a:solidFill>
            <a:schemeClr val="accent6"/>
          </a:solidFill>
          <a:ln cap="rnd">
            <a:solidFill>
              <a:srgbClr val="6a8f1c"/>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IN" sz="4000" strike="noStrike" u="none">
                <a:solidFill>
                  <a:schemeClr val="dk1"/>
                </a:solidFill>
                <a:effectLst/>
                <a:uFillTx/>
                <a:latin typeface="Trebuchet MS"/>
              </a:rPr>
              <a:t>Power BI Dashboard</a:t>
            </a:r>
            <a:endParaRPr b="0" lang="en-IN" sz="4000" strike="noStrike" u="none">
              <a:solidFill>
                <a:srgbClr val="ffffff"/>
              </a:solidFill>
              <a:effectLst/>
              <a:uFillTx/>
              <a:latin typeface="Arial"/>
            </a:endParaRPr>
          </a:p>
        </p:txBody>
      </p:sp>
      <p:pic>
        <p:nvPicPr>
          <p:cNvPr id="300" name="" descr=""/>
          <p:cNvPicPr/>
          <p:nvPr/>
        </p:nvPicPr>
        <p:blipFill>
          <a:blip r:embed="rId1"/>
          <a:stretch/>
        </p:blipFill>
        <p:spPr>
          <a:xfrm>
            <a:off x="0" y="540000"/>
            <a:ext cx="12180600" cy="633096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Rectangle 3"/>
          <p:cNvSpPr/>
          <p:nvPr/>
        </p:nvSpPr>
        <p:spPr>
          <a:xfrm>
            <a:off x="0" y="0"/>
            <a:ext cx="12191760" cy="523440"/>
          </a:xfrm>
          <a:prstGeom prst="rect">
            <a:avLst/>
          </a:prstGeom>
          <a:solidFill>
            <a:schemeClr val="accent6"/>
          </a:solidFill>
          <a:ln cap="rnd">
            <a:solidFill>
              <a:srgbClr val="6a8f1c"/>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IN" sz="4000" strike="noStrike" u="none">
                <a:solidFill>
                  <a:schemeClr val="lt1"/>
                </a:solidFill>
                <a:effectLst/>
                <a:uFillTx/>
                <a:latin typeface="Trebuchet MS"/>
              </a:rPr>
              <a:t>Tableau BI Dashboard</a:t>
            </a:r>
            <a:endParaRPr b="0" lang="en-IN" sz="4000" strike="noStrike" u="none">
              <a:solidFill>
                <a:srgbClr val="ffffff"/>
              </a:solidFill>
              <a:effectLst/>
              <a:uFillTx/>
              <a:latin typeface="Arial"/>
            </a:endParaRPr>
          </a:p>
        </p:txBody>
      </p:sp>
      <p:pic>
        <p:nvPicPr>
          <p:cNvPr id="302" name="" descr=""/>
          <p:cNvPicPr/>
          <p:nvPr/>
        </p:nvPicPr>
        <p:blipFill>
          <a:blip r:embed="rId1"/>
          <a:stretch/>
        </p:blipFill>
        <p:spPr>
          <a:xfrm>
            <a:off x="27000" y="505440"/>
            <a:ext cx="12191760" cy="633456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Rectangle 3"/>
          <p:cNvSpPr/>
          <p:nvPr/>
        </p:nvSpPr>
        <p:spPr>
          <a:xfrm>
            <a:off x="0" y="0"/>
            <a:ext cx="12191760" cy="523440"/>
          </a:xfrm>
          <a:prstGeom prst="rect">
            <a:avLst/>
          </a:prstGeom>
          <a:solidFill>
            <a:schemeClr val="accent6"/>
          </a:solidFill>
          <a:ln cap="rnd">
            <a:solidFill>
              <a:srgbClr val="6a8f1c"/>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IN" sz="4000" strike="noStrike" u="none">
                <a:solidFill>
                  <a:schemeClr val="lt1"/>
                </a:solidFill>
                <a:effectLst/>
                <a:uFillTx/>
                <a:latin typeface="Trebuchet MS"/>
              </a:rPr>
              <a:t>SQL Queries</a:t>
            </a:r>
            <a:endParaRPr b="0" lang="en-IN" sz="4000" strike="noStrike" u="none">
              <a:solidFill>
                <a:srgbClr val="ffffff"/>
              </a:solidFill>
              <a:effectLst/>
              <a:uFillTx/>
              <a:latin typeface="Arial"/>
            </a:endParaRPr>
          </a:p>
        </p:txBody>
      </p:sp>
      <p:pic>
        <p:nvPicPr>
          <p:cNvPr id="304" name="Picture 8" descr=""/>
          <p:cNvPicPr/>
          <p:nvPr/>
        </p:nvPicPr>
        <p:blipFill>
          <a:blip r:embed="rId1"/>
          <a:stretch/>
        </p:blipFill>
        <p:spPr>
          <a:xfrm>
            <a:off x="0" y="523800"/>
            <a:ext cx="5990760" cy="6333840"/>
          </a:xfrm>
          <a:prstGeom prst="rect">
            <a:avLst/>
          </a:prstGeom>
          <a:noFill/>
          <a:ln w="0">
            <a:noFill/>
          </a:ln>
        </p:spPr>
      </p:pic>
      <p:pic>
        <p:nvPicPr>
          <p:cNvPr id="305" name="Picture 10" descr=""/>
          <p:cNvPicPr/>
          <p:nvPr/>
        </p:nvPicPr>
        <p:blipFill>
          <a:blip r:embed="rId2"/>
          <a:stretch/>
        </p:blipFill>
        <p:spPr>
          <a:xfrm>
            <a:off x="6095880" y="523800"/>
            <a:ext cx="6095520" cy="633384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title"/>
          </p:nvPr>
        </p:nvSpPr>
        <p:spPr>
          <a:xfrm>
            <a:off x="677160" y="2700720"/>
            <a:ext cx="8596440" cy="1826280"/>
          </a:xfrm>
          <a:prstGeom prst="rect">
            <a:avLst/>
          </a:prstGeom>
          <a:noFill/>
          <a:ln w="0">
            <a:noFill/>
          </a:ln>
        </p:spPr>
        <p:txBody>
          <a:bodyPr lIns="91440" rIns="91440" tIns="45720" bIns="45720" anchor="b">
            <a:noAutofit/>
          </a:bodyPr>
          <a:p>
            <a:pPr indent="0">
              <a:buNone/>
            </a:pPr>
            <a:endParaRPr b="0" lang="en-US" sz="4000" strike="noStrike" u="none">
              <a:solidFill>
                <a:schemeClr val="accent1"/>
              </a:solidFill>
              <a:effectLst/>
              <a:uFillTx/>
              <a:latin typeface="Trebuchet MS"/>
            </a:endParaRPr>
          </a:p>
        </p:txBody>
      </p:sp>
      <p:sp>
        <p:nvSpPr>
          <p:cNvPr id="307" name="PlaceHolder 2"/>
          <p:cNvSpPr>
            <a:spLocks noGrp="1"/>
          </p:cNvSpPr>
          <p:nvPr>
            <p:ph/>
          </p:nvPr>
        </p:nvSpPr>
        <p:spPr>
          <a:xfrm>
            <a:off x="677160" y="4527360"/>
            <a:ext cx="8596440" cy="86004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trike="noStrike" u="none">
                <a:solidFill>
                  <a:schemeClr val="lt1">
                    <a:lumMod val="50000"/>
                    <a:lumOff val="50000"/>
                  </a:schemeClr>
                </a:solidFill>
                <a:effectLst/>
                <a:uFillTx/>
                <a:latin typeface="Trebuchet MS"/>
              </a:rPr>
              <a:t>The goal is to </a:t>
            </a:r>
            <a:endParaRPr b="0" lang="en-US" sz="2000" strike="noStrike" u="none">
              <a:solidFill>
                <a:schemeClr val="lt1">
                  <a:lumMod val="75000"/>
                  <a:lumOff val="25000"/>
                </a:schemeClr>
              </a:solidFill>
              <a:effectLst/>
              <a:uFillTx/>
              <a:latin typeface="Trebuchet MS"/>
            </a:endParaRPr>
          </a:p>
        </p:txBody>
      </p:sp>
      <p:pic>
        <p:nvPicPr>
          <p:cNvPr id="308" name="Picture 4" descr=""/>
          <p:cNvPicPr/>
          <p:nvPr/>
        </p:nvPicPr>
        <p:blipFill>
          <a:blip r:embed="rId1"/>
          <a:stretch/>
        </p:blipFill>
        <p:spPr>
          <a:xfrm>
            <a:off x="0" y="0"/>
            <a:ext cx="6009840" cy="6857640"/>
          </a:xfrm>
          <a:prstGeom prst="rect">
            <a:avLst/>
          </a:prstGeom>
          <a:noFill/>
          <a:ln w="0">
            <a:noFill/>
          </a:ln>
        </p:spPr>
      </p:pic>
      <p:pic>
        <p:nvPicPr>
          <p:cNvPr id="309" name="Picture 6" descr=""/>
          <p:cNvPicPr/>
          <p:nvPr/>
        </p:nvPicPr>
        <p:blipFill>
          <a:blip r:embed="rId2"/>
          <a:stretch/>
        </p:blipFill>
        <p:spPr>
          <a:xfrm>
            <a:off x="6095880" y="0"/>
            <a:ext cx="6095520" cy="681984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title"/>
          </p:nvPr>
        </p:nvSpPr>
        <p:spPr>
          <a:xfrm>
            <a:off x="1714680" y="447840"/>
            <a:ext cx="9789840" cy="961560"/>
          </a:xfrm>
          <a:prstGeom prst="rect">
            <a:avLst/>
          </a:prstGeom>
          <a:noFill/>
          <a:ln w="0">
            <a:noFill/>
          </a:ln>
        </p:spPr>
        <p:txBody>
          <a:bodyPr lIns="91440" rIns="91440" tIns="45720" bIns="45720" anchor="t">
            <a:noAutofit/>
          </a:bodyPr>
          <a:p>
            <a:pPr indent="0" defTabSz="457200">
              <a:lnSpc>
                <a:spcPct val="100000"/>
              </a:lnSpc>
              <a:buNone/>
            </a:pPr>
            <a:r>
              <a:rPr b="1" lang="en-IN" sz="3600" strike="noStrike" u="none">
                <a:solidFill>
                  <a:schemeClr val="accent4">
                    <a:lumMod val="20000"/>
                    <a:lumOff val="80000"/>
                  </a:schemeClr>
                </a:solidFill>
                <a:effectLst/>
                <a:uFillTx/>
                <a:latin typeface="Trebuchet MS"/>
              </a:rPr>
              <a:t>Suggestions for KPI’S</a:t>
            </a:r>
            <a:endParaRPr b="0" lang="en-US" sz="3600" strike="noStrike" u="none">
              <a:solidFill>
                <a:schemeClr val="lt1"/>
              </a:solidFill>
              <a:effectLst/>
              <a:uFillTx/>
              <a:latin typeface="Trebuchet MS"/>
            </a:endParaRPr>
          </a:p>
        </p:txBody>
      </p:sp>
      <p:sp>
        <p:nvSpPr>
          <p:cNvPr id="311" name="PlaceHolder 2"/>
          <p:cNvSpPr>
            <a:spLocks noGrp="1"/>
          </p:cNvSpPr>
          <p:nvPr>
            <p:ph/>
          </p:nvPr>
        </p:nvSpPr>
        <p:spPr>
          <a:xfrm>
            <a:off x="352440" y="1476360"/>
            <a:ext cx="5743080" cy="475272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endParaRPr b="0" lang="en-US" sz="24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r>
              <a:rPr b="1" lang="en-IN" sz="2400" strike="noStrike" u="none">
                <a:solidFill>
                  <a:srgbClr val="ffc000"/>
                </a:solidFill>
                <a:effectLst/>
                <a:uFillTx/>
                <a:latin typeface="Trebuchet MS"/>
              </a:rPr>
              <a:t>KPI – Manufactured Quantity</a:t>
            </a:r>
            <a:endParaRPr b="0" lang="en-US" sz="2400" strike="noStrike" u="none">
              <a:solidFill>
                <a:schemeClr val="lt1">
                  <a:lumMod val="75000"/>
                  <a:lumOff val="25000"/>
                </a:schemeClr>
              </a:solidFill>
              <a:effectLst/>
              <a:uFillTx/>
              <a:latin typeface="Trebuchet MS"/>
            </a:endParaRPr>
          </a:p>
          <a:p>
            <a:pPr marL="343080" indent="-343080" defTabSz="457200">
              <a:lnSpc>
                <a:spcPct val="100000"/>
              </a:lnSpc>
              <a:spcBef>
                <a:spcPts val="1001"/>
              </a:spcBef>
              <a:buClr>
                <a:srgbClr val="90c226"/>
              </a:buClr>
              <a:buSzPct val="80000"/>
              <a:buFont typeface="Wingdings 3" charset="2"/>
              <a:buChar char=""/>
              <a:tabLst>
                <a:tab algn="l" pos="0"/>
              </a:tabLst>
            </a:pPr>
            <a:r>
              <a:rPr b="1" lang="en-US" sz="1800" strike="noStrike" u="none">
                <a:solidFill>
                  <a:schemeClr val="lt1">
                    <a:lumMod val="75000"/>
                    <a:lumOff val="25000"/>
                  </a:schemeClr>
                </a:solidFill>
                <a:effectLst/>
                <a:uFillTx/>
                <a:latin typeface="Trebuchet MS"/>
              </a:rPr>
              <a:t>Total number of products produced.</a:t>
            </a:r>
            <a:endParaRPr b="0" lang="en-US" sz="1800" strike="noStrike" u="none">
              <a:solidFill>
                <a:schemeClr val="lt1">
                  <a:lumMod val="75000"/>
                  <a:lumOff val="25000"/>
                </a:schemeClr>
              </a:solidFill>
              <a:effectLst/>
              <a:uFillTx/>
              <a:latin typeface="Trebuchet MS"/>
            </a:endParaRPr>
          </a:p>
          <a:p>
            <a:pPr marL="343080" indent="-343080" defTabSz="457200">
              <a:lnSpc>
                <a:spcPct val="100000"/>
              </a:lnSpc>
              <a:spcBef>
                <a:spcPts val="1001"/>
              </a:spcBef>
              <a:buClr>
                <a:srgbClr val="90c226"/>
              </a:buClr>
              <a:buSzPct val="80000"/>
              <a:buFont typeface="Wingdings 3" charset="2"/>
              <a:buChar char=""/>
              <a:tabLst>
                <a:tab algn="l" pos="0"/>
              </a:tabLst>
            </a:pPr>
            <a:r>
              <a:rPr b="1" lang="en-US" sz="1800" strike="noStrike" u="none">
                <a:solidFill>
                  <a:schemeClr val="lt1">
                    <a:lumMod val="75000"/>
                    <a:lumOff val="25000"/>
                  </a:schemeClr>
                </a:solidFill>
                <a:effectLst/>
                <a:uFillTx/>
                <a:latin typeface="Trebuchet MS"/>
              </a:rPr>
              <a:t>Helps measure overall production capacity and productivity</a:t>
            </a:r>
            <a:r>
              <a:rPr b="0" lang="en-US" sz="1800" strike="noStrike" u="none">
                <a:solidFill>
                  <a:schemeClr val="lt1">
                    <a:lumMod val="75000"/>
                    <a:lumOff val="25000"/>
                  </a:schemeClr>
                </a:solidFill>
                <a:effectLst/>
                <a:uFillTx/>
                <a:latin typeface="Trebuchet MS"/>
              </a:rPr>
              <a:t>.</a:t>
            </a:r>
            <a:endParaRPr b="0" lang="en-US" sz="18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endParaRPr b="0" lang="en-US" sz="18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r>
              <a:rPr b="0" lang="en-IN" sz="1800" strike="noStrike" u="none">
                <a:solidFill>
                  <a:srgbClr val="ffc000"/>
                </a:solidFill>
                <a:effectLst/>
                <a:uFillTx/>
                <a:latin typeface="Trebuchet MS"/>
              </a:rPr>
              <a:t> </a:t>
            </a:r>
            <a:r>
              <a:rPr b="1" lang="en-IN" sz="2800" strike="noStrike" u="none">
                <a:solidFill>
                  <a:srgbClr val="ffc000"/>
                </a:solidFill>
                <a:effectLst/>
                <a:uFillTx/>
                <a:latin typeface="Trebuchet MS"/>
              </a:rPr>
              <a:t>KPI – Processed Quantity</a:t>
            </a:r>
            <a:endParaRPr b="0" lang="en-US" sz="2800" strike="noStrike" u="none">
              <a:solidFill>
                <a:schemeClr val="lt1">
                  <a:lumMod val="75000"/>
                  <a:lumOff val="25000"/>
                </a:schemeClr>
              </a:solidFill>
              <a:effectLst/>
              <a:uFillTx/>
              <a:latin typeface="Trebuchet MS"/>
            </a:endParaRPr>
          </a:p>
          <a:p>
            <a:pPr marL="343080" indent="-343080" defTabSz="457200">
              <a:lnSpc>
                <a:spcPct val="100000"/>
              </a:lnSpc>
              <a:spcBef>
                <a:spcPts val="1001"/>
              </a:spcBef>
              <a:buClr>
                <a:srgbClr val="90c226"/>
              </a:buClr>
              <a:buSzPct val="80000"/>
              <a:buFont typeface="Wingdings 3" charset="2"/>
              <a:buChar char=""/>
              <a:tabLst>
                <a:tab algn="l" pos="0"/>
              </a:tabLst>
            </a:pPr>
            <a:r>
              <a:rPr b="1" lang="en-US" sz="1800" strike="noStrike" u="none">
                <a:solidFill>
                  <a:schemeClr val="lt1">
                    <a:lumMod val="75000"/>
                    <a:lumOff val="25000"/>
                  </a:schemeClr>
                </a:solidFill>
                <a:effectLst/>
                <a:uFillTx/>
                <a:latin typeface="Trebuchet MS"/>
              </a:rPr>
              <a:t>Total items processed in production.</a:t>
            </a:r>
            <a:endParaRPr b="0" lang="en-US" sz="1800" strike="noStrike" u="none">
              <a:solidFill>
                <a:schemeClr val="lt1">
                  <a:lumMod val="75000"/>
                  <a:lumOff val="25000"/>
                </a:schemeClr>
              </a:solidFill>
              <a:effectLst/>
              <a:uFillTx/>
              <a:latin typeface="Trebuchet MS"/>
            </a:endParaRPr>
          </a:p>
          <a:p>
            <a:pPr marL="343080" indent="-343080" defTabSz="457200">
              <a:lnSpc>
                <a:spcPct val="100000"/>
              </a:lnSpc>
              <a:spcBef>
                <a:spcPts val="1001"/>
              </a:spcBef>
              <a:buClr>
                <a:srgbClr val="90c226"/>
              </a:buClr>
              <a:buSzPct val="80000"/>
              <a:buFont typeface="Wingdings 3" charset="2"/>
              <a:buChar char=""/>
              <a:tabLst>
                <a:tab algn="l" pos="0"/>
              </a:tabLst>
            </a:pPr>
            <a:r>
              <a:rPr b="1" lang="en-US" sz="1800" strike="noStrike" u="none">
                <a:solidFill>
                  <a:schemeClr val="lt1">
                    <a:lumMod val="75000"/>
                    <a:lumOff val="25000"/>
                  </a:schemeClr>
                </a:solidFill>
                <a:effectLst/>
                <a:uFillTx/>
                <a:latin typeface="Trebuchet MS"/>
              </a:rPr>
              <a:t>Helps evaluate production efficiency.</a:t>
            </a:r>
            <a:endParaRPr b="0" lang="en-US" sz="18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endParaRPr b="0" lang="en-US" sz="18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endParaRPr b="0" lang="en-US" sz="18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endParaRPr b="0" lang="en-US" sz="1800" strike="noStrike" u="none">
              <a:solidFill>
                <a:schemeClr val="lt1">
                  <a:lumMod val="75000"/>
                  <a:lumOff val="25000"/>
                </a:schemeClr>
              </a:solidFill>
              <a:effectLst/>
              <a:uFillTx/>
              <a:latin typeface="Trebuchet MS"/>
            </a:endParaRPr>
          </a:p>
        </p:txBody>
      </p:sp>
      <p:sp>
        <p:nvSpPr>
          <p:cNvPr id="312" name="PlaceHolder 3"/>
          <p:cNvSpPr>
            <a:spLocks noGrp="1"/>
          </p:cNvSpPr>
          <p:nvPr>
            <p:ph/>
          </p:nvPr>
        </p:nvSpPr>
        <p:spPr>
          <a:xfrm>
            <a:off x="6095880" y="1476360"/>
            <a:ext cx="6095520" cy="467640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endParaRPr b="0" lang="en-US" sz="28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r>
              <a:rPr b="1" lang="en-IN" sz="2800" strike="noStrike" u="none">
                <a:solidFill>
                  <a:srgbClr val="ffc000"/>
                </a:solidFill>
                <a:effectLst/>
                <a:uFillTx/>
                <a:latin typeface="Trebuchet MS"/>
              </a:rPr>
              <a:t>KPI – Rejected Quantity</a:t>
            </a:r>
            <a:endParaRPr b="0" lang="en-US" sz="2800" strike="noStrike" u="none">
              <a:solidFill>
                <a:schemeClr val="lt1">
                  <a:lumMod val="75000"/>
                  <a:lumOff val="25000"/>
                </a:schemeClr>
              </a:solidFill>
              <a:effectLst/>
              <a:uFillTx/>
              <a:latin typeface="Trebuchet MS"/>
            </a:endParaRPr>
          </a:p>
          <a:p>
            <a:pPr marL="343080" indent="-343080" defTabSz="457200">
              <a:lnSpc>
                <a:spcPct val="100000"/>
              </a:lnSpc>
              <a:spcBef>
                <a:spcPts val="1001"/>
              </a:spcBef>
              <a:buClr>
                <a:srgbClr val="90c226"/>
              </a:buClr>
              <a:buSzPct val="80000"/>
              <a:buFont typeface="Wingdings 3" charset="2"/>
              <a:buChar char=""/>
              <a:tabLst>
                <a:tab algn="l" pos="0"/>
              </a:tabLst>
            </a:pPr>
            <a:r>
              <a:rPr b="1" lang="en-US" sz="1800" strike="noStrike" u="none">
                <a:solidFill>
                  <a:schemeClr val="lt1">
                    <a:lumMod val="75000"/>
                    <a:lumOff val="25000"/>
                  </a:schemeClr>
                </a:solidFill>
                <a:effectLst/>
                <a:uFillTx/>
                <a:latin typeface="Trebuchet MS"/>
              </a:rPr>
              <a:t>Number of defective products produced.</a:t>
            </a:r>
            <a:endParaRPr b="0" lang="en-US" sz="1800" strike="noStrike" u="none">
              <a:solidFill>
                <a:schemeClr val="lt1">
                  <a:lumMod val="75000"/>
                  <a:lumOff val="25000"/>
                </a:schemeClr>
              </a:solidFill>
              <a:effectLst/>
              <a:uFillTx/>
              <a:latin typeface="Trebuchet MS"/>
            </a:endParaRPr>
          </a:p>
          <a:p>
            <a:pPr marL="343080" indent="-343080" defTabSz="457200">
              <a:lnSpc>
                <a:spcPct val="100000"/>
              </a:lnSpc>
              <a:spcBef>
                <a:spcPts val="1001"/>
              </a:spcBef>
              <a:buClr>
                <a:srgbClr val="90c226"/>
              </a:buClr>
              <a:buSzPct val="80000"/>
              <a:buFont typeface="Wingdings 3" charset="2"/>
              <a:buChar char=""/>
              <a:tabLst>
                <a:tab algn="l" pos="0"/>
              </a:tabLst>
            </a:pPr>
            <a:r>
              <a:rPr b="1" lang="en-US" sz="1800" strike="noStrike" u="none">
                <a:solidFill>
                  <a:schemeClr val="lt1">
                    <a:lumMod val="75000"/>
                    <a:lumOff val="25000"/>
                  </a:schemeClr>
                </a:solidFill>
                <a:effectLst/>
                <a:uFillTx/>
                <a:latin typeface="Trebuchet MS"/>
              </a:rPr>
              <a:t>Used to monitor product quality</a:t>
            </a:r>
            <a:r>
              <a:rPr b="0" lang="en-US" sz="1800" strike="noStrike" u="none">
                <a:solidFill>
                  <a:schemeClr val="lt1">
                    <a:lumMod val="75000"/>
                    <a:lumOff val="25000"/>
                  </a:schemeClr>
                </a:solidFill>
                <a:effectLst/>
                <a:uFillTx/>
                <a:latin typeface="Trebuchet MS"/>
              </a:rPr>
              <a:t>.</a:t>
            </a:r>
            <a:endParaRPr b="0" lang="en-US" sz="18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endParaRPr b="0" lang="en-US" sz="18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r>
              <a:rPr b="1" lang="en-IN" sz="2800" strike="noStrike" u="none">
                <a:solidFill>
                  <a:srgbClr val="ffc000"/>
                </a:solidFill>
                <a:effectLst/>
                <a:uFillTx/>
                <a:latin typeface="Trebuchet MS"/>
              </a:rPr>
              <a:t>KPI – Wastage Quantity</a:t>
            </a:r>
            <a:endParaRPr b="0" lang="en-US" sz="2800" strike="noStrike" u="none">
              <a:solidFill>
                <a:schemeClr val="lt1">
                  <a:lumMod val="75000"/>
                  <a:lumOff val="25000"/>
                </a:schemeClr>
              </a:solidFill>
              <a:effectLst/>
              <a:uFillTx/>
              <a:latin typeface="Trebuchet MS"/>
            </a:endParaRPr>
          </a:p>
          <a:p>
            <a:pPr marL="343080" indent="-343080" defTabSz="457200">
              <a:lnSpc>
                <a:spcPct val="100000"/>
              </a:lnSpc>
              <a:spcBef>
                <a:spcPts val="1001"/>
              </a:spcBef>
              <a:buClr>
                <a:srgbClr val="90c226"/>
              </a:buClr>
              <a:buSzPct val="80000"/>
              <a:buFont typeface="Wingdings 3" charset="2"/>
              <a:buChar char=""/>
              <a:tabLst>
                <a:tab algn="l" pos="0"/>
              </a:tabLst>
            </a:pPr>
            <a:r>
              <a:rPr b="1" lang="en-US" sz="1800" strike="noStrike" u="none">
                <a:solidFill>
                  <a:schemeClr val="lt1">
                    <a:lumMod val="75000"/>
                    <a:lumOff val="25000"/>
                  </a:schemeClr>
                </a:solidFill>
                <a:effectLst/>
                <a:uFillTx/>
                <a:latin typeface="Trebuchet MS"/>
              </a:rPr>
              <a:t>Material or products wasted during production.</a:t>
            </a:r>
            <a:endParaRPr b="0" lang="en-US" sz="1800" strike="noStrike" u="none">
              <a:solidFill>
                <a:schemeClr val="lt1">
                  <a:lumMod val="75000"/>
                  <a:lumOff val="25000"/>
                </a:schemeClr>
              </a:solidFill>
              <a:effectLst/>
              <a:uFillTx/>
              <a:latin typeface="Trebuchet MS"/>
            </a:endParaRPr>
          </a:p>
          <a:p>
            <a:pPr marL="343080" indent="-343080" defTabSz="457200">
              <a:lnSpc>
                <a:spcPct val="100000"/>
              </a:lnSpc>
              <a:spcBef>
                <a:spcPts val="1001"/>
              </a:spcBef>
              <a:buClr>
                <a:srgbClr val="90c226"/>
              </a:buClr>
              <a:buSzPct val="80000"/>
              <a:buFont typeface="Wingdings 3" charset="2"/>
              <a:buChar char=""/>
              <a:tabLst>
                <a:tab algn="l" pos="0"/>
              </a:tabLst>
            </a:pPr>
            <a:r>
              <a:rPr b="1" lang="en-US" sz="1800" strike="noStrike" u="none">
                <a:solidFill>
                  <a:schemeClr val="lt1">
                    <a:lumMod val="75000"/>
                    <a:lumOff val="25000"/>
                  </a:schemeClr>
                </a:solidFill>
                <a:effectLst/>
                <a:uFillTx/>
                <a:latin typeface="Trebuchet MS"/>
              </a:rPr>
              <a:t>Helps identify areas to reduce material loss.</a:t>
            </a:r>
            <a:endParaRPr b="0" lang="en-US" sz="18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endParaRPr b="0" lang="en-US" sz="18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endParaRPr b="0" lang="en-US" sz="18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endParaRPr b="0" lang="en-US" sz="1800" strike="noStrike" u="none">
              <a:solidFill>
                <a:schemeClr val="lt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PlaceHolder 1"/>
          <p:cNvSpPr>
            <a:spLocks noGrp="1"/>
          </p:cNvSpPr>
          <p:nvPr>
            <p:ph type="title"/>
          </p:nvPr>
        </p:nvSpPr>
        <p:spPr>
          <a:xfrm>
            <a:off x="1906560" y="343080"/>
            <a:ext cx="9789840" cy="961560"/>
          </a:xfrm>
          <a:prstGeom prst="rect">
            <a:avLst/>
          </a:prstGeom>
          <a:noFill/>
          <a:ln w="0">
            <a:noFill/>
          </a:ln>
        </p:spPr>
        <p:txBody>
          <a:bodyPr lIns="91440" rIns="91440" tIns="45720" bIns="45720" anchor="t">
            <a:noAutofit/>
          </a:bodyPr>
          <a:p>
            <a:pPr indent="0" defTabSz="457200">
              <a:lnSpc>
                <a:spcPct val="100000"/>
              </a:lnSpc>
              <a:buNone/>
            </a:pPr>
            <a:r>
              <a:rPr b="1" lang="en-IN" sz="3600" strike="noStrike" u="none">
                <a:solidFill>
                  <a:schemeClr val="accent4">
                    <a:lumMod val="20000"/>
                    <a:lumOff val="80000"/>
                  </a:schemeClr>
                </a:solidFill>
                <a:effectLst/>
                <a:uFillTx/>
                <a:latin typeface="Trebuchet MS"/>
              </a:rPr>
              <a:t>Suggestions for KPI’S</a:t>
            </a:r>
            <a:endParaRPr b="0" lang="en-US" sz="3600" strike="noStrike" u="none">
              <a:solidFill>
                <a:schemeClr val="lt1"/>
              </a:solidFill>
              <a:effectLst/>
              <a:uFillTx/>
              <a:latin typeface="Trebuchet MS"/>
            </a:endParaRPr>
          </a:p>
        </p:txBody>
      </p:sp>
      <p:sp>
        <p:nvSpPr>
          <p:cNvPr id="314" name="PlaceHolder 2"/>
          <p:cNvSpPr>
            <a:spLocks noGrp="1"/>
          </p:cNvSpPr>
          <p:nvPr>
            <p:ph/>
          </p:nvPr>
        </p:nvSpPr>
        <p:spPr>
          <a:xfrm>
            <a:off x="352440" y="1476360"/>
            <a:ext cx="5743080" cy="475272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endParaRPr b="0" lang="en-US" sz="24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r>
              <a:rPr b="1" lang="en-IN" sz="2400" strike="noStrike" u="none">
                <a:solidFill>
                  <a:srgbClr val="ffc000"/>
                </a:solidFill>
                <a:effectLst/>
                <a:uFillTx/>
                <a:latin typeface="Trebuchet MS"/>
              </a:rPr>
              <a:t>KPI –Employee Wise Rejected Quantity</a:t>
            </a:r>
            <a:endParaRPr b="0" lang="en-US" sz="2400" strike="noStrike" u="none">
              <a:solidFill>
                <a:schemeClr val="lt1">
                  <a:lumMod val="75000"/>
                  <a:lumOff val="25000"/>
                </a:schemeClr>
              </a:solidFill>
              <a:effectLst/>
              <a:uFillTx/>
              <a:latin typeface="Trebuchet MS"/>
            </a:endParaRPr>
          </a:p>
          <a:p>
            <a:pPr marL="343080" indent="-343080" defTabSz="457200">
              <a:lnSpc>
                <a:spcPct val="100000"/>
              </a:lnSpc>
              <a:spcBef>
                <a:spcPts val="1001"/>
              </a:spcBef>
              <a:buClr>
                <a:srgbClr val="90c226"/>
              </a:buClr>
              <a:buSzPct val="80000"/>
              <a:buFont typeface="Wingdings 3" charset="2"/>
              <a:buChar char=""/>
              <a:tabLst>
                <a:tab algn="l" pos="0"/>
              </a:tabLst>
            </a:pPr>
            <a:r>
              <a:rPr b="1" lang="en-US" sz="1800" strike="noStrike" u="none">
                <a:solidFill>
                  <a:schemeClr val="lt1">
                    <a:lumMod val="75000"/>
                    <a:lumOff val="25000"/>
                  </a:schemeClr>
                </a:solidFill>
                <a:effectLst/>
                <a:uFillTx/>
                <a:latin typeface="Trebuchet MS"/>
              </a:rPr>
              <a:t>Shows rejected items produced by each employee.</a:t>
            </a:r>
            <a:endParaRPr b="0" lang="en-US" sz="1800" strike="noStrike" u="none">
              <a:solidFill>
                <a:schemeClr val="lt1">
                  <a:lumMod val="75000"/>
                  <a:lumOff val="25000"/>
                </a:schemeClr>
              </a:solidFill>
              <a:effectLst/>
              <a:uFillTx/>
              <a:latin typeface="Trebuchet MS"/>
            </a:endParaRPr>
          </a:p>
          <a:p>
            <a:pPr marL="343080" indent="-343080" defTabSz="457200">
              <a:lnSpc>
                <a:spcPct val="100000"/>
              </a:lnSpc>
              <a:spcBef>
                <a:spcPts val="1001"/>
              </a:spcBef>
              <a:buClr>
                <a:srgbClr val="90c226"/>
              </a:buClr>
              <a:buSzPct val="80000"/>
              <a:buFont typeface="Wingdings 3" charset="2"/>
              <a:buChar char=""/>
              <a:tabLst>
                <a:tab algn="l" pos="0"/>
              </a:tabLst>
            </a:pPr>
            <a:r>
              <a:rPr b="1" lang="en-US" sz="1800" strike="noStrike" u="none">
                <a:solidFill>
                  <a:schemeClr val="lt1">
                    <a:lumMod val="75000"/>
                    <a:lumOff val="25000"/>
                  </a:schemeClr>
                </a:solidFill>
                <a:effectLst/>
                <a:uFillTx/>
                <a:latin typeface="Trebuchet MS"/>
              </a:rPr>
              <a:t>Helps identify training needs and skill gaps.</a:t>
            </a:r>
            <a:endParaRPr b="0" lang="en-US" sz="18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endParaRPr b="0" lang="en-US" sz="18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r>
              <a:rPr b="0" lang="en-IN" sz="1800" strike="noStrike" u="none">
                <a:solidFill>
                  <a:schemeClr val="lt1">
                    <a:lumMod val="75000"/>
                    <a:lumOff val="25000"/>
                  </a:schemeClr>
                </a:solidFill>
                <a:effectLst/>
                <a:uFillTx/>
                <a:latin typeface="Trebuchet MS"/>
              </a:rPr>
              <a:t> </a:t>
            </a:r>
            <a:r>
              <a:rPr b="1" lang="en-IN" sz="2800" strike="noStrike" u="none">
                <a:solidFill>
                  <a:srgbClr val="ffc000"/>
                </a:solidFill>
                <a:effectLst/>
                <a:uFillTx/>
                <a:latin typeface="Trebuchet MS"/>
              </a:rPr>
              <a:t>KPI – </a:t>
            </a:r>
            <a:r>
              <a:rPr b="1" lang="en-IN" sz="2400" strike="noStrike" u="none">
                <a:solidFill>
                  <a:srgbClr val="ffc000"/>
                </a:solidFill>
                <a:effectLst/>
                <a:uFillTx/>
                <a:latin typeface="Trebuchet MS"/>
              </a:rPr>
              <a:t>Production Comparison Trend</a:t>
            </a:r>
            <a:endParaRPr b="0" lang="en-US" sz="2400" strike="noStrike" u="none">
              <a:solidFill>
                <a:schemeClr val="lt1">
                  <a:lumMod val="75000"/>
                  <a:lumOff val="25000"/>
                </a:schemeClr>
              </a:solidFill>
              <a:effectLst/>
              <a:uFillTx/>
              <a:latin typeface="Trebuchet MS"/>
            </a:endParaRPr>
          </a:p>
          <a:p>
            <a:pPr marL="343080" indent="-343080" defTabSz="457200">
              <a:lnSpc>
                <a:spcPct val="100000"/>
              </a:lnSpc>
              <a:spcBef>
                <a:spcPts val="1001"/>
              </a:spcBef>
              <a:buClr>
                <a:srgbClr val="90c226"/>
              </a:buClr>
              <a:buSzPct val="80000"/>
              <a:buFont typeface="Wingdings 3" charset="2"/>
              <a:buChar char=""/>
              <a:tabLst>
                <a:tab algn="l" pos="0"/>
              </a:tabLst>
            </a:pPr>
            <a:r>
              <a:rPr b="1" lang="en-US" sz="1800" strike="noStrike" u="none">
                <a:solidFill>
                  <a:schemeClr val="lt1">
                    <a:lumMod val="75000"/>
                    <a:lumOff val="25000"/>
                  </a:schemeClr>
                </a:solidFill>
                <a:effectLst/>
                <a:uFillTx/>
                <a:latin typeface="Trebuchet MS"/>
              </a:rPr>
              <a:t>Compares manufacturing, processed, and rejected quantities over time.</a:t>
            </a:r>
            <a:endParaRPr b="0" lang="en-US" sz="1800" strike="noStrike" u="none">
              <a:solidFill>
                <a:schemeClr val="lt1">
                  <a:lumMod val="75000"/>
                  <a:lumOff val="25000"/>
                </a:schemeClr>
              </a:solidFill>
              <a:effectLst/>
              <a:uFillTx/>
              <a:latin typeface="Trebuchet MS"/>
            </a:endParaRPr>
          </a:p>
          <a:p>
            <a:pPr marL="343080" indent="-343080" defTabSz="457200">
              <a:lnSpc>
                <a:spcPct val="100000"/>
              </a:lnSpc>
              <a:spcBef>
                <a:spcPts val="1001"/>
              </a:spcBef>
              <a:buClr>
                <a:srgbClr val="90c226"/>
              </a:buClr>
              <a:buSzPct val="80000"/>
              <a:buFont typeface="Wingdings 3" charset="2"/>
              <a:buChar char=""/>
              <a:tabLst>
                <a:tab algn="l" pos="0"/>
              </a:tabLst>
            </a:pPr>
            <a:r>
              <a:rPr b="1" lang="en-US" sz="1800" strike="noStrike" u="none">
                <a:solidFill>
                  <a:schemeClr val="lt1">
                    <a:lumMod val="75000"/>
                    <a:lumOff val="25000"/>
                  </a:schemeClr>
                </a:solidFill>
                <a:effectLst/>
                <a:uFillTx/>
                <a:latin typeface="Trebuchet MS"/>
              </a:rPr>
              <a:t>Helps identify trends in production performance.</a:t>
            </a:r>
            <a:endParaRPr b="0" lang="en-US" sz="18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endParaRPr b="0" lang="en-US" sz="18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endParaRPr b="0" lang="en-US" sz="1800" strike="noStrike" u="none">
              <a:solidFill>
                <a:schemeClr val="lt1">
                  <a:lumMod val="75000"/>
                  <a:lumOff val="25000"/>
                </a:schemeClr>
              </a:solidFill>
              <a:effectLst/>
              <a:uFillTx/>
              <a:latin typeface="Trebuchet MS"/>
            </a:endParaRPr>
          </a:p>
        </p:txBody>
      </p:sp>
      <p:sp>
        <p:nvSpPr>
          <p:cNvPr id="315" name="PlaceHolder 3"/>
          <p:cNvSpPr>
            <a:spLocks noGrp="1"/>
          </p:cNvSpPr>
          <p:nvPr>
            <p:ph/>
          </p:nvPr>
        </p:nvSpPr>
        <p:spPr>
          <a:xfrm>
            <a:off x="6095880" y="1476360"/>
            <a:ext cx="6095520" cy="467640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endParaRPr b="0" lang="en-US" sz="28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r>
              <a:rPr b="1" lang="en-IN" sz="2800" strike="noStrike" u="none">
                <a:solidFill>
                  <a:srgbClr val="ffc000"/>
                </a:solidFill>
                <a:effectLst/>
                <a:uFillTx/>
                <a:latin typeface="Trebuchet MS"/>
              </a:rPr>
              <a:t>KPI – </a:t>
            </a:r>
            <a:r>
              <a:rPr b="1" lang="en-IN" sz="2400" strike="noStrike" u="none">
                <a:solidFill>
                  <a:srgbClr val="ffc000"/>
                </a:solidFill>
                <a:effectLst/>
                <a:uFillTx/>
                <a:latin typeface="Trebuchet MS"/>
              </a:rPr>
              <a:t>Machine Wise Rejected Quantity</a:t>
            </a:r>
            <a:endParaRPr b="0" lang="en-US" sz="2400" strike="noStrike" u="none">
              <a:solidFill>
                <a:schemeClr val="lt1">
                  <a:lumMod val="75000"/>
                  <a:lumOff val="25000"/>
                </a:schemeClr>
              </a:solidFill>
              <a:effectLst/>
              <a:uFillTx/>
              <a:latin typeface="Trebuchet MS"/>
            </a:endParaRPr>
          </a:p>
          <a:p>
            <a:pPr marL="343080" indent="-343080" defTabSz="457200">
              <a:lnSpc>
                <a:spcPct val="100000"/>
              </a:lnSpc>
              <a:spcBef>
                <a:spcPts val="1001"/>
              </a:spcBef>
              <a:buClr>
                <a:srgbClr val="90c226"/>
              </a:buClr>
              <a:buSzPct val="80000"/>
              <a:buFont typeface="Wingdings 3" charset="2"/>
              <a:buChar char=""/>
              <a:tabLst>
                <a:tab algn="l" pos="0"/>
              </a:tabLst>
            </a:pPr>
            <a:r>
              <a:rPr b="1" lang="en-US" sz="1800" strike="noStrike" u="none">
                <a:solidFill>
                  <a:schemeClr val="lt1">
                    <a:lumMod val="75000"/>
                    <a:lumOff val="25000"/>
                  </a:schemeClr>
                </a:solidFill>
                <a:effectLst/>
                <a:uFillTx/>
                <a:latin typeface="Trebuchet MS"/>
              </a:rPr>
              <a:t>Shows defect count generated by each machine.</a:t>
            </a:r>
            <a:endParaRPr b="0" lang="en-US" sz="1800" strike="noStrike" u="none">
              <a:solidFill>
                <a:schemeClr val="lt1">
                  <a:lumMod val="75000"/>
                  <a:lumOff val="25000"/>
                </a:schemeClr>
              </a:solidFill>
              <a:effectLst/>
              <a:uFillTx/>
              <a:latin typeface="Trebuchet MS"/>
            </a:endParaRPr>
          </a:p>
          <a:p>
            <a:pPr marL="343080" indent="-343080" defTabSz="457200">
              <a:lnSpc>
                <a:spcPct val="100000"/>
              </a:lnSpc>
              <a:spcBef>
                <a:spcPts val="1001"/>
              </a:spcBef>
              <a:buClr>
                <a:srgbClr val="90c226"/>
              </a:buClr>
              <a:buSzPct val="80000"/>
              <a:buFont typeface="Wingdings 3" charset="2"/>
              <a:buChar char=""/>
              <a:tabLst>
                <a:tab algn="l" pos="0"/>
              </a:tabLst>
            </a:pPr>
            <a:r>
              <a:rPr b="1" lang="en-US" sz="1800" strike="noStrike" u="none">
                <a:solidFill>
                  <a:schemeClr val="lt1">
                    <a:lumMod val="75000"/>
                    <a:lumOff val="25000"/>
                  </a:schemeClr>
                </a:solidFill>
                <a:effectLst/>
                <a:uFillTx/>
                <a:latin typeface="Trebuchet MS"/>
              </a:rPr>
              <a:t>Helps detect machine issues or maintenance needs.</a:t>
            </a:r>
            <a:endParaRPr b="0" lang="en-US" sz="18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endParaRPr b="0" lang="en-US" sz="28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r>
              <a:rPr b="1" lang="en-IN" sz="2800" strike="noStrike" u="none">
                <a:solidFill>
                  <a:srgbClr val="ffc000"/>
                </a:solidFill>
                <a:effectLst/>
                <a:uFillTx/>
                <a:latin typeface="Trebuchet MS"/>
              </a:rPr>
              <a:t>KPI – Manufacture vs Rejected</a:t>
            </a:r>
            <a:endParaRPr b="0" lang="en-US" sz="2800" strike="noStrike" u="none">
              <a:solidFill>
                <a:schemeClr val="lt1">
                  <a:lumMod val="75000"/>
                  <a:lumOff val="25000"/>
                </a:schemeClr>
              </a:solidFill>
              <a:effectLst/>
              <a:uFillTx/>
              <a:latin typeface="Trebuchet MS"/>
            </a:endParaRPr>
          </a:p>
          <a:p>
            <a:pPr marL="343080" indent="-343080" defTabSz="457200">
              <a:lnSpc>
                <a:spcPct val="100000"/>
              </a:lnSpc>
              <a:spcBef>
                <a:spcPts val="1001"/>
              </a:spcBef>
              <a:buClr>
                <a:srgbClr val="90c226"/>
              </a:buClr>
              <a:buSzPct val="80000"/>
              <a:buFont typeface="Wingdings 3" charset="2"/>
              <a:buChar char=""/>
              <a:tabLst>
                <a:tab algn="l" pos="0"/>
              </a:tabLst>
            </a:pPr>
            <a:r>
              <a:rPr b="1" lang="en-US" sz="1800" strike="noStrike" u="none">
                <a:solidFill>
                  <a:schemeClr val="lt1">
                    <a:lumMod val="75000"/>
                    <a:lumOff val="25000"/>
                  </a:schemeClr>
                </a:solidFill>
                <a:effectLst/>
                <a:uFillTx/>
                <a:latin typeface="Trebuchet MS"/>
              </a:rPr>
              <a:t>Compares successful production vs defective items.</a:t>
            </a:r>
            <a:endParaRPr b="0" lang="en-US" sz="1800" strike="noStrike" u="none">
              <a:solidFill>
                <a:schemeClr val="lt1">
                  <a:lumMod val="75000"/>
                  <a:lumOff val="25000"/>
                </a:schemeClr>
              </a:solidFill>
              <a:effectLst/>
              <a:uFillTx/>
              <a:latin typeface="Trebuchet MS"/>
            </a:endParaRPr>
          </a:p>
          <a:p>
            <a:pPr marL="343080" indent="-343080" defTabSz="457200">
              <a:lnSpc>
                <a:spcPct val="100000"/>
              </a:lnSpc>
              <a:spcBef>
                <a:spcPts val="1001"/>
              </a:spcBef>
              <a:buClr>
                <a:srgbClr val="90c226"/>
              </a:buClr>
              <a:buSzPct val="80000"/>
              <a:buFont typeface="Wingdings 3" charset="2"/>
              <a:buChar char=""/>
              <a:tabLst>
                <a:tab algn="l" pos="0"/>
              </a:tabLst>
            </a:pPr>
            <a:r>
              <a:rPr b="1" lang="en-US" sz="1800" strike="noStrike" u="none">
                <a:solidFill>
                  <a:schemeClr val="lt1">
                    <a:lumMod val="75000"/>
                    <a:lumOff val="25000"/>
                  </a:schemeClr>
                </a:solidFill>
                <a:effectLst/>
                <a:uFillTx/>
                <a:latin typeface="Trebuchet MS"/>
              </a:rPr>
              <a:t>Helps evaluate product quality rate.</a:t>
            </a:r>
            <a:endParaRPr b="0" lang="en-US" sz="18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endParaRPr b="0" lang="en-US" sz="18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endParaRPr b="0" lang="en-US" sz="1800" strike="noStrike" u="none">
              <a:solidFill>
                <a:schemeClr val="lt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title"/>
          </p:nvPr>
        </p:nvSpPr>
        <p:spPr>
          <a:xfrm>
            <a:off x="1542960" y="716760"/>
            <a:ext cx="9828000" cy="994680"/>
          </a:xfrm>
          <a:prstGeom prst="rect">
            <a:avLst/>
          </a:prstGeom>
          <a:noFill/>
          <a:ln w="0">
            <a:noFill/>
          </a:ln>
        </p:spPr>
        <p:txBody>
          <a:bodyPr lIns="91440" rIns="91440" tIns="45720" bIns="45720" anchor="t">
            <a:noAutofit/>
          </a:bodyPr>
          <a:p>
            <a:pPr indent="0" defTabSz="457200">
              <a:lnSpc>
                <a:spcPct val="100000"/>
              </a:lnSpc>
              <a:buNone/>
            </a:pPr>
            <a:r>
              <a:rPr b="1" lang="en-US" sz="3600" strike="noStrike" u="none">
                <a:solidFill>
                  <a:schemeClr val="accent4">
                    <a:lumMod val="20000"/>
                    <a:lumOff val="80000"/>
                  </a:schemeClr>
                </a:solidFill>
                <a:effectLst/>
                <a:uFillTx/>
                <a:latin typeface="Trebuchet MS"/>
              </a:rPr>
              <a:t>Conclusion</a:t>
            </a:r>
            <a:br>
              <a:rPr sz="3600"/>
            </a:br>
            <a:endParaRPr b="0" lang="en-US" sz="3600" strike="noStrike" u="none">
              <a:solidFill>
                <a:schemeClr val="lt1"/>
              </a:solidFill>
              <a:effectLst/>
              <a:uFillTx/>
              <a:latin typeface="Trebuchet MS"/>
            </a:endParaRPr>
          </a:p>
        </p:txBody>
      </p:sp>
      <p:sp>
        <p:nvSpPr>
          <p:cNvPr id="317" name="PlaceHolder 2"/>
          <p:cNvSpPr>
            <a:spLocks noGrp="1"/>
          </p:cNvSpPr>
          <p:nvPr>
            <p:ph/>
          </p:nvPr>
        </p:nvSpPr>
        <p:spPr>
          <a:xfrm>
            <a:off x="1219320" y="1379520"/>
            <a:ext cx="10285200" cy="508500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endParaRPr b="0" lang="en-US" sz="1800" strike="noStrike" u="none">
              <a:solidFill>
                <a:schemeClr val="lt1">
                  <a:lumMod val="75000"/>
                  <a:lumOff val="25000"/>
                </a:schemeClr>
              </a:solidFill>
              <a:effectLst/>
              <a:uFillTx/>
              <a:latin typeface="Trebuchet MS"/>
            </a:endParaRPr>
          </a:p>
          <a:p>
            <a:pPr marL="343080" indent="-343080" defTabSz="457200">
              <a:lnSpc>
                <a:spcPct val="100000"/>
              </a:lnSpc>
              <a:spcBef>
                <a:spcPts val="1001"/>
              </a:spcBef>
              <a:buClr>
                <a:srgbClr val="90c226"/>
              </a:buClr>
              <a:buSzPct val="80000"/>
              <a:buFont typeface="Wingdings 3" charset="2"/>
              <a:buChar char=""/>
              <a:tabLst>
                <a:tab algn="l" pos="0"/>
              </a:tabLst>
            </a:pPr>
            <a:r>
              <a:rPr b="1" lang="en-US" sz="2400" strike="noStrike" u="none">
                <a:solidFill>
                  <a:schemeClr val="lt1">
                    <a:lumMod val="75000"/>
                    <a:lumOff val="25000"/>
                  </a:schemeClr>
                </a:solidFill>
                <a:effectLst/>
                <a:uFillTx/>
                <a:latin typeface="Trebuchet MS"/>
              </a:rPr>
              <a:t>Manufacturing data analysis helps monitor production performance and product quality.</a:t>
            </a:r>
            <a:endParaRPr b="0" lang="en-US" sz="2400" strike="noStrike" u="none">
              <a:solidFill>
                <a:schemeClr val="lt1">
                  <a:lumMod val="75000"/>
                  <a:lumOff val="25000"/>
                </a:schemeClr>
              </a:solidFill>
              <a:effectLst/>
              <a:uFillTx/>
              <a:latin typeface="Trebuchet MS"/>
            </a:endParaRPr>
          </a:p>
          <a:p>
            <a:pPr marL="343080" indent="-343080" defTabSz="457200">
              <a:lnSpc>
                <a:spcPct val="100000"/>
              </a:lnSpc>
              <a:spcBef>
                <a:spcPts val="1001"/>
              </a:spcBef>
              <a:buClr>
                <a:srgbClr val="90c226"/>
              </a:buClr>
              <a:buSzPct val="80000"/>
              <a:buFont typeface="Wingdings 3" charset="2"/>
              <a:buChar char=""/>
              <a:tabLst>
                <a:tab algn="l" pos="0"/>
              </a:tabLst>
            </a:pPr>
            <a:r>
              <a:rPr b="1" lang="en-US" sz="2400" strike="noStrike" u="none">
                <a:solidFill>
                  <a:schemeClr val="lt1">
                    <a:lumMod val="75000"/>
                    <a:lumOff val="25000"/>
                  </a:schemeClr>
                </a:solidFill>
                <a:effectLst/>
                <a:uFillTx/>
                <a:latin typeface="Trebuchet MS"/>
              </a:rPr>
              <a:t>KPI analysis such as manufactured quantity, rejected quantity, and wastage helps identify inefficiencies.</a:t>
            </a:r>
            <a:endParaRPr b="0" lang="en-US" sz="2400" strike="noStrike" u="none">
              <a:solidFill>
                <a:schemeClr val="lt1">
                  <a:lumMod val="75000"/>
                  <a:lumOff val="25000"/>
                </a:schemeClr>
              </a:solidFill>
              <a:effectLst/>
              <a:uFillTx/>
              <a:latin typeface="Trebuchet MS"/>
            </a:endParaRPr>
          </a:p>
          <a:p>
            <a:pPr marL="343080" indent="-343080" defTabSz="457200">
              <a:lnSpc>
                <a:spcPct val="100000"/>
              </a:lnSpc>
              <a:spcBef>
                <a:spcPts val="1001"/>
              </a:spcBef>
              <a:buClr>
                <a:srgbClr val="90c226"/>
              </a:buClr>
              <a:buSzPct val="80000"/>
              <a:buFont typeface="Wingdings 3" charset="2"/>
              <a:buChar char=""/>
              <a:tabLst>
                <a:tab algn="l" pos="0"/>
              </a:tabLst>
            </a:pPr>
            <a:r>
              <a:rPr b="1" lang="en-US" sz="2400" strike="noStrike" u="none">
                <a:solidFill>
                  <a:schemeClr val="lt1">
                    <a:lumMod val="75000"/>
                    <a:lumOff val="25000"/>
                  </a:schemeClr>
                </a:solidFill>
                <a:effectLst/>
                <a:uFillTx/>
                <a:latin typeface="Trebuchet MS"/>
              </a:rPr>
              <a:t>Machine-wise and employee-wise analysis helps detect defect sources.</a:t>
            </a:r>
            <a:endParaRPr b="0" lang="en-US" sz="2400" strike="noStrike" u="none">
              <a:solidFill>
                <a:schemeClr val="lt1">
                  <a:lumMod val="75000"/>
                  <a:lumOff val="25000"/>
                </a:schemeClr>
              </a:solidFill>
              <a:effectLst/>
              <a:uFillTx/>
              <a:latin typeface="Trebuchet MS"/>
            </a:endParaRPr>
          </a:p>
          <a:p>
            <a:pPr marL="343080" indent="-343080" defTabSz="457200">
              <a:lnSpc>
                <a:spcPct val="100000"/>
              </a:lnSpc>
              <a:spcBef>
                <a:spcPts val="1001"/>
              </a:spcBef>
              <a:buClr>
                <a:srgbClr val="90c226"/>
              </a:buClr>
              <a:buSzPct val="80000"/>
              <a:buFont typeface="Wingdings 3" charset="2"/>
              <a:buChar char=""/>
              <a:tabLst>
                <a:tab algn="l" pos="0"/>
              </a:tabLst>
            </a:pPr>
            <a:r>
              <a:rPr b="1" lang="en-US" sz="2400" strike="noStrike" u="none">
                <a:solidFill>
                  <a:schemeClr val="lt1">
                    <a:lumMod val="75000"/>
                    <a:lumOff val="25000"/>
                  </a:schemeClr>
                </a:solidFill>
                <a:effectLst/>
                <a:uFillTx/>
                <a:latin typeface="Trebuchet MS"/>
              </a:rPr>
              <a:t>Production trend analysis supports better planning and decision making.</a:t>
            </a:r>
            <a:endParaRPr b="0" lang="en-US" sz="2400" strike="noStrike" u="none">
              <a:solidFill>
                <a:schemeClr val="lt1">
                  <a:lumMod val="75000"/>
                  <a:lumOff val="25000"/>
                </a:schemeClr>
              </a:solidFill>
              <a:effectLst/>
              <a:uFillTx/>
              <a:latin typeface="Trebuchet MS"/>
            </a:endParaRPr>
          </a:p>
          <a:p>
            <a:pPr marL="343080" indent="-343080" defTabSz="457200">
              <a:lnSpc>
                <a:spcPct val="100000"/>
              </a:lnSpc>
              <a:spcBef>
                <a:spcPts val="1001"/>
              </a:spcBef>
              <a:buClr>
                <a:srgbClr val="90c226"/>
              </a:buClr>
              <a:buSzPct val="80000"/>
              <a:buFont typeface="Wingdings 3" charset="2"/>
              <a:buChar char=""/>
              <a:tabLst>
                <a:tab algn="l" pos="0"/>
              </a:tabLst>
            </a:pPr>
            <a:r>
              <a:rPr b="1" lang="en-US" sz="2400" strike="noStrike" u="none">
                <a:solidFill>
                  <a:schemeClr val="lt1">
                    <a:lumMod val="75000"/>
                    <a:lumOff val="25000"/>
                  </a:schemeClr>
                </a:solidFill>
                <a:effectLst/>
                <a:uFillTx/>
                <a:latin typeface="Trebuchet MS"/>
              </a:rPr>
              <a:t>Overall, data-driven insights help improve productivity and reduce wastage</a:t>
            </a:r>
            <a:r>
              <a:rPr b="0" lang="en-US" sz="2400" strike="noStrike" u="none">
                <a:solidFill>
                  <a:schemeClr val="lt1">
                    <a:lumMod val="75000"/>
                    <a:lumOff val="25000"/>
                  </a:schemeClr>
                </a:solidFill>
                <a:effectLst/>
                <a:uFillTx/>
                <a:latin typeface="Trebuchet MS"/>
              </a:rPr>
              <a:t>.</a:t>
            </a:r>
            <a:endParaRPr b="0" lang="en-US" sz="2400" strike="noStrike" u="none">
              <a:solidFill>
                <a:schemeClr val="lt1">
                  <a:lumMod val="75000"/>
                  <a:lumOff val="25000"/>
                </a:schemeClr>
              </a:solidFill>
              <a:effectLst/>
              <a:uFillTx/>
              <a:latin typeface="Trebuchet MS"/>
            </a:endParaRPr>
          </a:p>
          <a:p>
            <a:pPr indent="0" defTabSz="457200">
              <a:lnSpc>
                <a:spcPct val="100000"/>
              </a:lnSpc>
              <a:spcBef>
                <a:spcPts val="1001"/>
              </a:spcBef>
              <a:buNone/>
              <a:tabLst>
                <a:tab algn="l" pos="0"/>
              </a:tabLst>
            </a:pPr>
            <a:endParaRPr b="0" lang="en-US" sz="1800" strike="noStrike" u="none">
              <a:solidFill>
                <a:schemeClr val="lt1">
                  <a:lumMod val="75000"/>
                  <a:lumOff val="25000"/>
                </a:schemeClr>
              </a:solidFill>
              <a:effectLst/>
              <a:uFillTx/>
              <a:latin typeface="Trebuchet MS"/>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8" name="Picture 2" descr=""/>
          <p:cNvPicPr/>
          <p:nvPr/>
        </p:nvPicPr>
        <p:blipFill>
          <a:blip r:embed="rId1"/>
          <a:stretch/>
        </p:blipFill>
        <p:spPr>
          <a:xfrm>
            <a:off x="0" y="0"/>
            <a:ext cx="12191760" cy="700056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Facet</Template>
  <TotalTime>200</TotalTime>
  <Application>LibreOffice/25.2.7.2$Windows_X86_64 LibreOffice_project/5cbfd1ab6520636bb5f7b99185aa69bd7456825d</Application>
  <AppVersion>15.0000</AppVersion>
  <Words>348</Words>
  <Paragraphs>67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2026-03-06T03:08:04Z</dcterms:created>
  <dc:creator>sreekanth</dc:creator>
  <dc:description/>
  <dc:language>en-IN</dc:language>
  <cp:lastModifiedBy/>
  <dcterms:modified xsi:type="dcterms:W3CDTF">2026-06-04T23:45:47Z</dcterms:modified>
  <cp:revision>18</cp:revision>
  <dc:subject/>
  <dc:title>Manufacturing Data</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13</vt:i4>
  </property>
</Properties>
</file>